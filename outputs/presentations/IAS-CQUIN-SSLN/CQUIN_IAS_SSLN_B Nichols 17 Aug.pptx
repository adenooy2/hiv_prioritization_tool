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27"/>
  </p:notesMasterIdLst>
  <p:handoutMasterIdLst>
    <p:handoutMasterId r:id="rId28"/>
  </p:handoutMasterIdLst>
  <p:sldIdLst>
    <p:sldId id="256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3" r:id="rId23"/>
    <p:sldId id="282" r:id="rId24"/>
    <p:sldId id="281" r:id="rId25"/>
    <p:sldId id="262" r:id="rId26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ED136D-8EA8-C948-9A67-2843471CBE76}">
          <p14:sldIdLst>
            <p14:sldId id="256"/>
            <p14:sldId id="263"/>
            <p14:sldId id="264"/>
            <p14:sldId id="265"/>
            <p14:sldId id="266"/>
            <p14:sldId id="267"/>
            <p14:sldId id="268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Validation/Feedback/Additions" id="{12452FBF-7D35-4949-8127-F52D8465F3B6}">
          <p14:sldIdLst>
            <p14:sldId id="280"/>
            <p14:sldId id="283"/>
            <p14:sldId id="282"/>
            <p14:sldId id="28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F5B74D-C6AA-7813-1038-42A34373460A}" name="Preko, Peter O." initials="PPO" userId="S::pp2332@cumc.columbia.edu::09b434a3-0724-4a4a-a3db-c6e79374c44c" providerId="AD"/>
  <p188:author id="{DA60A059-2766-1759-4616-E1A4FFEEFBBE}" name="Dr M'BEA Jean-Jacques (ICAP)" initials="I" userId="Dr M'BEA Jean-Jacques (ICAP)" providerId="None"/>
  <p188:author id="{99D67C86-1AC0-5FC9-18F5-7D832F90D689}" name="Reidy, William" initials="RW" userId="S::wr2205@cumc.columbia.edu::5d2980a7-2b1c-4421-a380-76eac4cb68a2" providerId="AD"/>
  <p188:author id="{B32E8789-10A4-684C-B33A-B97E63F02EE6}" name="Preko, Peter O." initials="PPO" userId="Preko, Peter O." providerId="None"/>
  <p188:author id="{A831D7A1-5A01-49E3-9784-3957FEE80FBB}" name="Miriam Rabkin" initials="MR" userId="S::mr84@icapatcolumbia.onmicrosoft.com::0b2a40ec-35c6-4271-8153-e1180cf9ffa9" providerId="AD"/>
  <p188:author id="{4B71A7D0-3BB1-92C3-6752-E2F284681FE8}" name="Msukwa, Martin" initials="MM" userId="S::mkm2209@cumc.columbia.edu::3ce16427-2644-475c-b20b-7ae77633333b" providerId="AD"/>
  <p188:author id="{E0B616E2-4D48-E507-D5DA-6765847CE058}" name="Rabkin, Miriam" initials="RM" userId="S::mr84@cumc.columbia.edu::d1905312-b639-4098-81f6-74c337c4b0e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Monica Negrete" initials="MN [2]" lastIdx="1" clrIdx="6">
    <p:extLst>
      <p:ext uri="{19B8F6BF-5375-455C-9EA6-DF929625EA0E}">
        <p15:presenceInfo xmlns:p15="http://schemas.microsoft.com/office/powerpoint/2012/main" userId="Monica Negrete" providerId="None"/>
      </p:ext>
    </p:extLst>
  </p:cmAuthor>
  <p:cmAuthor id="1" name="Mirriah" initials="M" lastIdx="15" clrIdx="0">
    <p:extLst>
      <p:ext uri="{19B8F6BF-5375-455C-9EA6-DF929625EA0E}">
        <p15:presenceInfo xmlns:p15="http://schemas.microsoft.com/office/powerpoint/2012/main" userId="Mirriah" providerId="None"/>
      </p:ext>
    </p:extLst>
  </p:cmAuthor>
  <p:cmAuthor id="8" name="Vitale, Mirriah A." initials="VMA" lastIdx="28" clrIdx="7">
    <p:extLst>
      <p:ext uri="{19B8F6BF-5375-455C-9EA6-DF929625EA0E}">
        <p15:presenceInfo xmlns:p15="http://schemas.microsoft.com/office/powerpoint/2012/main" userId="S::mv2540@cumc.columbia.edu::ac73314b-03ab-4c50-8db0-5df536fd8cc3" providerId="AD"/>
      </p:ext>
    </p:extLst>
  </p:cmAuthor>
  <p:cmAuthor id="2" name="Thais Ferreira" initials="TF" lastIdx="2" clrIdx="1">
    <p:extLst>
      <p:ext uri="{19B8F6BF-5375-455C-9EA6-DF929625EA0E}">
        <p15:presenceInfo xmlns:p15="http://schemas.microsoft.com/office/powerpoint/2012/main" userId="S::tcf2114@ICAPatColumbia.onmicrosoft.com::00ab9d32-d5e7-49ba-86f6-b7f0631c45b9" providerId="AD"/>
      </p:ext>
    </p:extLst>
  </p:cmAuthor>
  <p:cmAuthor id="9" name="Hamilton Mutemba" initials="HM" lastIdx="10" clrIdx="8">
    <p:extLst>
      <p:ext uri="{19B8F6BF-5375-455C-9EA6-DF929625EA0E}">
        <p15:presenceInfo xmlns:p15="http://schemas.microsoft.com/office/powerpoint/2012/main" userId="S::hm2827@icapatcolumbia.onmicrosoft.com::30ce4146-d861-4577-8316-b7969df0eb33" providerId="AD"/>
      </p:ext>
    </p:extLst>
  </p:cmAuthor>
  <p:cmAuthor id="3" name="Eduarda Pimentel de Gusmao" initials="EPdG" lastIdx="47" clrIdx="2">
    <p:extLst>
      <p:ext uri="{19B8F6BF-5375-455C-9EA6-DF929625EA0E}">
        <p15:presenceInfo xmlns:p15="http://schemas.microsoft.com/office/powerpoint/2012/main" userId="S::ep2538@ICAPatColumbia.onmicrosoft.com::75d5ad34-5e00-45c2-8e22-b1b33aa13fd8" providerId="AD"/>
      </p:ext>
    </p:extLst>
  </p:cmAuthor>
  <p:cmAuthor id="10" name="Buene, Manuel" initials="BM" lastIdx="7" clrIdx="9">
    <p:extLst>
      <p:ext uri="{19B8F6BF-5375-455C-9EA6-DF929625EA0E}">
        <p15:presenceInfo xmlns:p15="http://schemas.microsoft.com/office/powerpoint/2012/main" userId="Buene, Manuel" providerId="None"/>
      </p:ext>
    </p:extLst>
  </p:cmAuthor>
  <p:cmAuthor id="4" name="Pimentel De Gusmao, Eduarda" initials="PDGE [2]" lastIdx="89" clrIdx="3">
    <p:extLst>
      <p:ext uri="{19B8F6BF-5375-455C-9EA6-DF929625EA0E}">
        <p15:presenceInfo xmlns:p15="http://schemas.microsoft.com/office/powerpoint/2012/main" userId="Pimentel De Gusmao, Eduarda" providerId="None"/>
      </p:ext>
    </p:extLst>
  </p:cmAuthor>
  <p:cmAuthor id="5" name="Monica Negrete" initials="MN" lastIdx="33" clrIdx="4">
    <p:extLst>
      <p:ext uri="{19B8F6BF-5375-455C-9EA6-DF929625EA0E}">
        <p15:presenceInfo xmlns:p15="http://schemas.microsoft.com/office/powerpoint/2012/main" userId="9f4759fc7266b2e1" providerId="Windows Live"/>
      </p:ext>
    </p:extLst>
  </p:cmAuthor>
  <p:cmAuthor id="6" name="Langa, Bina" initials="LB" lastIdx="1" clrIdx="5">
    <p:extLst>
      <p:ext uri="{19B8F6BF-5375-455C-9EA6-DF929625EA0E}">
        <p15:presenceInfo xmlns:p15="http://schemas.microsoft.com/office/powerpoint/2012/main" userId="S::brl2136@cumc.columbia.edu::8e87eb9a-447e-4d76-b31d-8f90e74bde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D00"/>
    <a:srgbClr val="022169"/>
    <a:srgbClr val="7B8CAA"/>
    <a:srgbClr val="898989"/>
    <a:srgbClr val="7BBCAA"/>
    <a:srgbClr val="737D84"/>
    <a:srgbClr val="FFFFFF"/>
    <a:srgbClr val="00B5DE"/>
    <a:srgbClr val="000000"/>
    <a:srgbClr val="8A7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9E7FFA-81E5-9241-8273-DE071D5E7CB1}" v="197" dt="2026-08-17T11:28:10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de Nooy" userId="2ae90f5cbd0fd171" providerId="LiveId" clId="{68FAF11D-BE20-5239-B1D5-2BBFAE7D07C1}"/>
    <pc:docChg chg="undo redo custSel addSld delSld modSld addSection modSection">
      <pc:chgData name="Alex de Nooy" userId="2ae90f5cbd0fd171" providerId="LiveId" clId="{68FAF11D-BE20-5239-B1D5-2BBFAE7D07C1}" dt="2026-08-17T11:28:50.905" v="1326" actId="2696"/>
      <pc:docMkLst>
        <pc:docMk/>
      </pc:docMkLst>
      <pc:sldChg chg="modSp mod">
        <pc:chgData name="Alex de Nooy" userId="2ae90f5cbd0fd171" providerId="LiveId" clId="{68FAF11D-BE20-5239-B1D5-2BBFAE7D07C1}" dt="2026-08-17T10:41:53.124" v="247" actId="14100"/>
        <pc:sldMkLst>
          <pc:docMk/>
          <pc:sldMk cId="2765254656" sldId="265"/>
        </pc:sldMkLst>
        <pc:spChg chg="mod">
          <ac:chgData name="Alex de Nooy" userId="2ae90f5cbd0fd171" providerId="LiveId" clId="{68FAF11D-BE20-5239-B1D5-2BBFAE7D07C1}" dt="2026-08-17T10:41:40.407" v="243" actId="1076"/>
          <ac:spMkLst>
            <pc:docMk/>
            <pc:sldMk cId="2765254656" sldId="265"/>
            <ac:spMk id="4" creationId="{3B978363-42B2-DE8F-7646-F0003762FC59}"/>
          </ac:spMkLst>
        </pc:spChg>
        <pc:spChg chg="mod">
          <ac:chgData name="Alex de Nooy" userId="2ae90f5cbd0fd171" providerId="LiveId" clId="{68FAF11D-BE20-5239-B1D5-2BBFAE7D07C1}" dt="2026-08-17T10:41:53.124" v="247" actId="14100"/>
          <ac:spMkLst>
            <pc:docMk/>
            <pc:sldMk cId="2765254656" sldId="265"/>
            <ac:spMk id="5" creationId="{0DBD77B6-E91F-42CA-9546-87A43E4363D5}"/>
          </ac:spMkLst>
        </pc:spChg>
        <pc:spChg chg="mod">
          <ac:chgData name="Alex de Nooy" userId="2ae90f5cbd0fd171" providerId="LiveId" clId="{68FAF11D-BE20-5239-B1D5-2BBFAE7D07C1}" dt="2026-08-17T10:41:12.895" v="241" actId="1036"/>
          <ac:spMkLst>
            <pc:docMk/>
            <pc:sldMk cId="2765254656" sldId="265"/>
            <ac:spMk id="7" creationId="{A30E08CC-8448-153F-6FBC-FB31CCE9BA0D}"/>
          </ac:spMkLst>
        </pc:spChg>
        <pc:spChg chg="mod">
          <ac:chgData name="Alex de Nooy" userId="2ae90f5cbd0fd171" providerId="LiveId" clId="{68FAF11D-BE20-5239-B1D5-2BBFAE7D07C1}" dt="2026-08-17T10:41:16.140" v="242" actId="1076"/>
          <ac:spMkLst>
            <pc:docMk/>
            <pc:sldMk cId="2765254656" sldId="265"/>
            <ac:spMk id="8" creationId="{48E6C4E8-4024-C60D-9845-B1BD6153BE29}"/>
          </ac:spMkLst>
        </pc:spChg>
        <pc:picChg chg="mod">
          <ac:chgData name="Alex de Nooy" userId="2ae90f5cbd0fd171" providerId="LiveId" clId="{68FAF11D-BE20-5239-B1D5-2BBFAE7D07C1}" dt="2026-08-17T10:41:43.549" v="245" actId="1076"/>
          <ac:picMkLst>
            <pc:docMk/>
            <pc:sldMk cId="2765254656" sldId="265"/>
            <ac:picMk id="2" creationId="{2B3FC15F-0F8E-5D7C-C7E9-238779F48414}"/>
          </ac:picMkLst>
        </pc:picChg>
      </pc:sldChg>
      <pc:sldChg chg="addSp delSp modSp mod">
        <pc:chgData name="Alex de Nooy" userId="2ae90f5cbd0fd171" providerId="LiveId" clId="{68FAF11D-BE20-5239-B1D5-2BBFAE7D07C1}" dt="2026-08-17T10:43:08.787" v="260" actId="1076"/>
        <pc:sldMkLst>
          <pc:docMk/>
          <pc:sldMk cId="94798311" sldId="266"/>
        </pc:sldMkLst>
        <pc:picChg chg="add del mod">
          <ac:chgData name="Alex de Nooy" userId="2ae90f5cbd0fd171" providerId="LiveId" clId="{68FAF11D-BE20-5239-B1D5-2BBFAE7D07C1}" dt="2026-08-17T10:42:57.959" v="257" actId="478"/>
          <ac:picMkLst>
            <pc:docMk/>
            <pc:sldMk cId="94798311" sldId="266"/>
            <ac:picMk id="4" creationId="{953E1BBA-BC9E-987F-EB4A-BD2353FB0AAC}"/>
          </ac:picMkLst>
        </pc:picChg>
        <pc:picChg chg="add mod">
          <ac:chgData name="Alex de Nooy" userId="2ae90f5cbd0fd171" providerId="LiveId" clId="{68FAF11D-BE20-5239-B1D5-2BBFAE7D07C1}" dt="2026-08-17T10:43:08.787" v="260" actId="1076"/>
          <ac:picMkLst>
            <pc:docMk/>
            <pc:sldMk cId="94798311" sldId="266"/>
            <ac:picMk id="7" creationId="{632B4CA0-9D94-0CC3-A4A8-2FA4E6CD55EA}"/>
          </ac:picMkLst>
        </pc:picChg>
      </pc:sldChg>
      <pc:sldChg chg="modSp mod">
        <pc:chgData name="Alex de Nooy" userId="2ae90f5cbd0fd171" providerId="LiveId" clId="{68FAF11D-BE20-5239-B1D5-2BBFAE7D07C1}" dt="2026-08-17T10:43:32.920" v="262" actId="1076"/>
        <pc:sldMkLst>
          <pc:docMk/>
          <pc:sldMk cId="843698078" sldId="267"/>
        </pc:sldMkLst>
        <pc:spChg chg="mod">
          <ac:chgData name="Alex de Nooy" userId="2ae90f5cbd0fd171" providerId="LiveId" clId="{68FAF11D-BE20-5239-B1D5-2BBFAE7D07C1}" dt="2026-08-17T10:43:32.920" v="262" actId="1076"/>
          <ac:spMkLst>
            <pc:docMk/>
            <pc:sldMk cId="843698078" sldId="267"/>
            <ac:spMk id="4" creationId="{5B5A6E2E-5178-D507-488F-A504A4CD266A}"/>
          </ac:spMkLst>
        </pc:spChg>
        <pc:picChg chg="mod">
          <ac:chgData name="Alex de Nooy" userId="2ae90f5cbd0fd171" providerId="LiveId" clId="{68FAF11D-BE20-5239-B1D5-2BBFAE7D07C1}" dt="2026-08-17T10:43:27.311" v="261" actId="14826"/>
          <ac:picMkLst>
            <pc:docMk/>
            <pc:sldMk cId="843698078" sldId="267"/>
            <ac:picMk id="2" creationId="{41EDD52C-80FD-C585-38F0-9C5E8AC9ECC5}"/>
          </ac:picMkLst>
        </pc:picChg>
      </pc:sldChg>
      <pc:sldChg chg="modSp mod">
        <pc:chgData name="Alex de Nooy" userId="2ae90f5cbd0fd171" providerId="LiveId" clId="{68FAF11D-BE20-5239-B1D5-2BBFAE7D07C1}" dt="2026-08-17T10:48:12.058" v="267" actId="14826"/>
        <pc:sldMkLst>
          <pc:docMk/>
          <pc:sldMk cId="1870326754" sldId="268"/>
        </pc:sldMkLst>
        <pc:picChg chg="mod">
          <ac:chgData name="Alex de Nooy" userId="2ae90f5cbd0fd171" providerId="LiveId" clId="{68FAF11D-BE20-5239-B1D5-2BBFAE7D07C1}" dt="2026-08-17T10:46:40.907" v="263" actId="14826"/>
          <ac:picMkLst>
            <pc:docMk/>
            <pc:sldMk cId="1870326754" sldId="268"/>
            <ac:picMk id="8" creationId="{EAF6D8EF-5952-0975-324D-915233FCD1A4}"/>
          </ac:picMkLst>
        </pc:picChg>
        <pc:picChg chg="mod">
          <ac:chgData name="Alex de Nooy" userId="2ae90f5cbd0fd171" providerId="LiveId" clId="{68FAF11D-BE20-5239-B1D5-2BBFAE7D07C1}" dt="2026-08-17T10:47:48.503" v="266" actId="14826"/>
          <ac:picMkLst>
            <pc:docMk/>
            <pc:sldMk cId="1870326754" sldId="268"/>
            <ac:picMk id="9" creationId="{D48C2AE5-F5FD-DE68-F168-175D169B187E}"/>
          </ac:picMkLst>
        </pc:picChg>
        <pc:picChg chg="mod">
          <ac:chgData name="Alex de Nooy" userId="2ae90f5cbd0fd171" providerId="LiveId" clId="{68FAF11D-BE20-5239-B1D5-2BBFAE7D07C1}" dt="2026-08-17T10:47:14.867" v="265" actId="14100"/>
          <ac:picMkLst>
            <pc:docMk/>
            <pc:sldMk cId="1870326754" sldId="268"/>
            <ac:picMk id="10" creationId="{B1B1E186-A0EE-BBD4-7D44-89B2F8FB0150}"/>
          </ac:picMkLst>
        </pc:picChg>
        <pc:picChg chg="mod">
          <ac:chgData name="Alex de Nooy" userId="2ae90f5cbd0fd171" providerId="LiveId" clId="{68FAF11D-BE20-5239-B1D5-2BBFAE7D07C1}" dt="2026-08-17T10:48:12.058" v="267" actId="14826"/>
          <ac:picMkLst>
            <pc:docMk/>
            <pc:sldMk cId="1870326754" sldId="268"/>
            <ac:picMk id="11" creationId="{AAE4728C-B469-5591-5885-C9F1E1E284C9}"/>
          </ac:picMkLst>
        </pc:picChg>
      </pc:sldChg>
      <pc:sldChg chg="modSp mod">
        <pc:chgData name="Alex de Nooy" userId="2ae90f5cbd0fd171" providerId="LiveId" clId="{68FAF11D-BE20-5239-B1D5-2BBFAE7D07C1}" dt="2026-08-17T10:48:46.746" v="272" actId="14100"/>
        <pc:sldMkLst>
          <pc:docMk/>
          <pc:sldMk cId="645260720" sldId="271"/>
        </pc:sldMkLst>
        <pc:spChg chg="mod">
          <ac:chgData name="Alex de Nooy" userId="2ae90f5cbd0fd171" providerId="LiveId" clId="{68FAF11D-BE20-5239-B1D5-2BBFAE7D07C1}" dt="2026-08-17T10:48:46.746" v="272" actId="14100"/>
          <ac:spMkLst>
            <pc:docMk/>
            <pc:sldMk cId="645260720" sldId="271"/>
            <ac:spMk id="7" creationId="{500AC779-1104-288E-6261-48F3A4B552D4}"/>
          </ac:spMkLst>
        </pc:spChg>
        <pc:picChg chg="mod">
          <ac:chgData name="Alex de Nooy" userId="2ae90f5cbd0fd171" providerId="LiveId" clId="{68FAF11D-BE20-5239-B1D5-2BBFAE7D07C1}" dt="2026-08-17T10:48:40.557" v="270" actId="1076"/>
          <ac:picMkLst>
            <pc:docMk/>
            <pc:sldMk cId="645260720" sldId="271"/>
            <ac:picMk id="5" creationId="{8D8FA5AE-BF34-111F-5BD8-F7F1060DDEB5}"/>
          </ac:picMkLst>
        </pc:picChg>
      </pc:sldChg>
      <pc:sldChg chg="addSp delSp modSp mod addAnim delAnim">
        <pc:chgData name="Alex de Nooy" userId="2ae90f5cbd0fd171" providerId="LiveId" clId="{68FAF11D-BE20-5239-B1D5-2BBFAE7D07C1}" dt="2026-08-17T11:03:57.989" v="432" actId="20577"/>
        <pc:sldMkLst>
          <pc:docMk/>
          <pc:sldMk cId="2126684775" sldId="272"/>
        </pc:sldMkLst>
        <pc:spChg chg="mod">
          <ac:chgData name="Alex de Nooy" userId="2ae90f5cbd0fd171" providerId="LiveId" clId="{68FAF11D-BE20-5239-B1D5-2BBFAE7D07C1}" dt="2026-08-17T10:57:04.939" v="362" actId="14100"/>
          <ac:spMkLst>
            <pc:docMk/>
            <pc:sldMk cId="2126684775" sldId="272"/>
            <ac:spMk id="6" creationId="{C5D310FB-DCE8-935D-AEAC-C1E443E36F22}"/>
          </ac:spMkLst>
        </pc:spChg>
        <pc:spChg chg="mod">
          <ac:chgData name="Alex de Nooy" userId="2ae90f5cbd0fd171" providerId="LiveId" clId="{68FAF11D-BE20-5239-B1D5-2BBFAE7D07C1}" dt="2026-08-17T11:03:57.989" v="432" actId="20577"/>
          <ac:spMkLst>
            <pc:docMk/>
            <pc:sldMk cId="2126684775" sldId="272"/>
            <ac:spMk id="7" creationId="{70E69592-3382-F5C9-C3D9-2A0852EBEEF4}"/>
          </ac:spMkLst>
        </pc:spChg>
        <pc:picChg chg="mod">
          <ac:chgData name="Alex de Nooy" userId="2ae90f5cbd0fd171" providerId="LiveId" clId="{68FAF11D-BE20-5239-B1D5-2BBFAE7D07C1}" dt="2026-08-17T11:03:54.544" v="427" actId="1076"/>
          <ac:picMkLst>
            <pc:docMk/>
            <pc:sldMk cId="2126684775" sldId="272"/>
            <ac:picMk id="8" creationId="{A08B620E-70D6-6EF0-71A6-636BBB2C0704}"/>
          </ac:picMkLst>
        </pc:picChg>
        <pc:picChg chg="add del mod">
          <ac:chgData name="Alex de Nooy" userId="2ae90f5cbd0fd171" providerId="LiveId" clId="{68FAF11D-BE20-5239-B1D5-2BBFAE7D07C1}" dt="2026-08-17T10:58:10.791" v="369" actId="14100"/>
          <ac:picMkLst>
            <pc:docMk/>
            <pc:sldMk cId="2126684775" sldId="272"/>
            <ac:picMk id="9" creationId="{52D71131-EDFF-1DA1-D86D-56BE80EF1E83}"/>
          </ac:picMkLst>
        </pc:picChg>
        <pc:picChg chg="mod">
          <ac:chgData name="Alex de Nooy" userId="2ae90f5cbd0fd171" providerId="LiveId" clId="{68FAF11D-BE20-5239-B1D5-2BBFAE7D07C1}" dt="2026-08-17T10:58:02.291" v="367" actId="1076"/>
          <ac:picMkLst>
            <pc:docMk/>
            <pc:sldMk cId="2126684775" sldId="272"/>
            <ac:picMk id="10" creationId="{6210EC67-B6B4-00FF-E79F-310421EBDCC0}"/>
          </ac:picMkLst>
        </pc:picChg>
        <pc:picChg chg="add del mod">
          <ac:chgData name="Alex de Nooy" userId="2ae90f5cbd0fd171" providerId="LiveId" clId="{68FAF11D-BE20-5239-B1D5-2BBFAE7D07C1}" dt="2026-08-17T10:56:23.570" v="349"/>
          <ac:picMkLst>
            <pc:docMk/>
            <pc:sldMk cId="2126684775" sldId="272"/>
            <ac:picMk id="11" creationId="{87003734-913F-70F8-ED0E-E283A0E58C40}"/>
          </ac:picMkLst>
        </pc:picChg>
        <pc:picChg chg="add mod">
          <ac:chgData name="Alex de Nooy" userId="2ae90f5cbd0fd171" providerId="LiveId" clId="{68FAF11D-BE20-5239-B1D5-2BBFAE7D07C1}" dt="2026-08-17T10:55:58.526" v="343"/>
          <ac:picMkLst>
            <pc:docMk/>
            <pc:sldMk cId="2126684775" sldId="272"/>
            <ac:picMk id="12" creationId="{F2F5DCF7-6C81-CFCC-3E94-880160A836A6}"/>
          </ac:picMkLst>
        </pc:picChg>
      </pc:sldChg>
      <pc:sldChg chg="modSp mod">
        <pc:chgData name="Alex de Nooy" userId="2ae90f5cbd0fd171" providerId="LiveId" clId="{68FAF11D-BE20-5239-B1D5-2BBFAE7D07C1}" dt="2026-08-17T10:59:21.025" v="414" actId="1076"/>
        <pc:sldMkLst>
          <pc:docMk/>
          <pc:sldMk cId="878242712" sldId="273"/>
        </pc:sldMkLst>
        <pc:spChg chg="mod">
          <ac:chgData name="Alex de Nooy" userId="2ae90f5cbd0fd171" providerId="LiveId" clId="{68FAF11D-BE20-5239-B1D5-2BBFAE7D07C1}" dt="2026-08-17T10:59:21.025" v="414" actId="1076"/>
          <ac:spMkLst>
            <pc:docMk/>
            <pc:sldMk cId="878242712" sldId="273"/>
            <ac:spMk id="4" creationId="{EB9E90AE-C72D-BFB4-49C8-E090F4CCBDDD}"/>
          </ac:spMkLst>
        </pc:spChg>
        <pc:picChg chg="mod">
          <ac:chgData name="Alex de Nooy" userId="2ae90f5cbd0fd171" providerId="LiveId" clId="{68FAF11D-BE20-5239-B1D5-2BBFAE7D07C1}" dt="2026-08-17T10:59:17.347" v="413" actId="14826"/>
          <ac:picMkLst>
            <pc:docMk/>
            <pc:sldMk cId="878242712" sldId="273"/>
            <ac:picMk id="2" creationId="{25D33299-F8C7-7383-939C-DA04D6E9FAF5}"/>
          </ac:picMkLst>
        </pc:picChg>
      </pc:sldChg>
      <pc:sldChg chg="modSp mod">
        <pc:chgData name="Alex de Nooy" userId="2ae90f5cbd0fd171" providerId="LiveId" clId="{68FAF11D-BE20-5239-B1D5-2BBFAE7D07C1}" dt="2026-08-17T11:05:09.443" v="437" actId="14100"/>
        <pc:sldMkLst>
          <pc:docMk/>
          <pc:sldMk cId="567015431" sldId="274"/>
        </pc:sldMkLst>
        <pc:picChg chg="mod">
          <ac:chgData name="Alex de Nooy" userId="2ae90f5cbd0fd171" providerId="LiveId" clId="{68FAF11D-BE20-5239-B1D5-2BBFAE7D07C1}" dt="2026-08-17T11:04:39.961" v="434" actId="14100"/>
          <ac:picMkLst>
            <pc:docMk/>
            <pc:sldMk cId="567015431" sldId="274"/>
            <ac:picMk id="7" creationId="{D579ADC7-44B0-BC96-5EA7-FEF1DA792BD4}"/>
          </ac:picMkLst>
        </pc:picChg>
        <pc:picChg chg="mod modCrop">
          <ac:chgData name="Alex de Nooy" userId="2ae90f5cbd0fd171" providerId="LiveId" clId="{68FAF11D-BE20-5239-B1D5-2BBFAE7D07C1}" dt="2026-08-17T11:05:09.443" v="437" actId="14100"/>
          <ac:picMkLst>
            <pc:docMk/>
            <pc:sldMk cId="567015431" sldId="274"/>
            <ac:picMk id="8" creationId="{78721A70-8448-EE31-CD3C-41D4AB04DE46}"/>
          </ac:picMkLst>
        </pc:picChg>
      </pc:sldChg>
      <pc:sldChg chg="addSp delSp modSp mod delAnim modAnim">
        <pc:chgData name="Alex de Nooy" userId="2ae90f5cbd0fd171" providerId="LiveId" clId="{68FAF11D-BE20-5239-B1D5-2BBFAE7D07C1}" dt="2026-08-17T11:07:21.805" v="479"/>
        <pc:sldMkLst>
          <pc:docMk/>
          <pc:sldMk cId="3179418306" sldId="275"/>
        </pc:sldMkLst>
        <pc:spChg chg="mod">
          <ac:chgData name="Alex de Nooy" userId="2ae90f5cbd0fd171" providerId="LiveId" clId="{68FAF11D-BE20-5239-B1D5-2BBFAE7D07C1}" dt="2026-08-17T11:06:18.946" v="474" actId="20577"/>
          <ac:spMkLst>
            <pc:docMk/>
            <pc:sldMk cId="3179418306" sldId="275"/>
            <ac:spMk id="3" creationId="{70252CD5-23EA-47A8-42E4-B880D6912394}"/>
          </ac:spMkLst>
        </pc:spChg>
        <pc:picChg chg="del mod">
          <ac:chgData name="Alex de Nooy" userId="2ae90f5cbd0fd171" providerId="LiveId" clId="{68FAF11D-BE20-5239-B1D5-2BBFAE7D07C1}" dt="2026-08-17T11:05:23.974" v="438" actId="478"/>
          <ac:picMkLst>
            <pc:docMk/>
            <pc:sldMk cId="3179418306" sldId="275"/>
            <ac:picMk id="5" creationId="{6A91F0DF-E949-7599-FA03-A75D0BE0C557}"/>
          </ac:picMkLst>
        </pc:picChg>
        <pc:picChg chg="del">
          <ac:chgData name="Alex de Nooy" userId="2ae90f5cbd0fd171" providerId="LiveId" clId="{68FAF11D-BE20-5239-B1D5-2BBFAE7D07C1}" dt="2026-08-17T11:06:03.769" v="447" actId="478"/>
          <ac:picMkLst>
            <pc:docMk/>
            <pc:sldMk cId="3179418306" sldId="275"/>
            <ac:picMk id="6" creationId="{4BCF2A51-95D5-29E4-C209-5E7D4FA65D68}"/>
          </ac:picMkLst>
        </pc:picChg>
        <pc:picChg chg="add del mod">
          <ac:chgData name="Alex de Nooy" userId="2ae90f5cbd0fd171" providerId="LiveId" clId="{68FAF11D-BE20-5239-B1D5-2BBFAE7D07C1}" dt="2026-08-17T11:05:28.562" v="442" actId="478"/>
          <ac:picMkLst>
            <pc:docMk/>
            <pc:sldMk cId="3179418306" sldId="275"/>
            <ac:picMk id="7" creationId="{EA555B65-D3C5-61E9-7762-56FF42762204}"/>
          </ac:picMkLst>
        </pc:picChg>
        <pc:picChg chg="add mod">
          <ac:chgData name="Alex de Nooy" userId="2ae90f5cbd0fd171" providerId="LiveId" clId="{68FAF11D-BE20-5239-B1D5-2BBFAE7D07C1}" dt="2026-08-17T11:06:12.928" v="451" actId="1076"/>
          <ac:picMkLst>
            <pc:docMk/>
            <pc:sldMk cId="3179418306" sldId="275"/>
            <ac:picMk id="8" creationId="{BB52DB9A-C033-07E3-E311-13A70DD27A50}"/>
          </ac:picMkLst>
        </pc:picChg>
        <pc:picChg chg="add mod">
          <ac:chgData name="Alex de Nooy" userId="2ae90f5cbd0fd171" providerId="LiveId" clId="{68FAF11D-BE20-5239-B1D5-2BBFAE7D07C1}" dt="2026-08-17T11:06:09.175" v="450" actId="1076"/>
          <ac:picMkLst>
            <pc:docMk/>
            <pc:sldMk cId="3179418306" sldId="275"/>
            <ac:picMk id="9" creationId="{6778A8F9-5CEF-3889-038A-93CD4FA58F09}"/>
          </ac:picMkLst>
        </pc:picChg>
      </pc:sldChg>
      <pc:sldChg chg="modSp mod">
        <pc:chgData name="Alex de Nooy" userId="2ae90f5cbd0fd171" providerId="LiveId" clId="{68FAF11D-BE20-5239-B1D5-2BBFAE7D07C1}" dt="2026-08-17T11:08:18.746" v="484" actId="14100"/>
        <pc:sldMkLst>
          <pc:docMk/>
          <pc:sldMk cId="1518984540" sldId="276"/>
        </pc:sldMkLst>
        <pc:picChg chg="mod">
          <ac:chgData name="Alex de Nooy" userId="2ae90f5cbd0fd171" providerId="LiveId" clId="{68FAF11D-BE20-5239-B1D5-2BBFAE7D07C1}" dt="2026-08-17T11:07:39.945" v="481" actId="14100"/>
          <ac:picMkLst>
            <pc:docMk/>
            <pc:sldMk cId="1518984540" sldId="276"/>
            <ac:picMk id="5" creationId="{3C6E0C8A-3928-44D8-6E99-D55B60B441C7}"/>
          </ac:picMkLst>
        </pc:picChg>
        <pc:picChg chg="mod">
          <ac:chgData name="Alex de Nooy" userId="2ae90f5cbd0fd171" providerId="LiveId" clId="{68FAF11D-BE20-5239-B1D5-2BBFAE7D07C1}" dt="2026-08-17T11:08:18.746" v="484" actId="14100"/>
          <ac:picMkLst>
            <pc:docMk/>
            <pc:sldMk cId="1518984540" sldId="276"/>
            <ac:picMk id="6" creationId="{AF560F67-3109-D1F9-D046-1D39F90AAF5F}"/>
          </ac:picMkLst>
        </pc:picChg>
      </pc:sldChg>
      <pc:sldChg chg="modSp mod">
        <pc:chgData name="Alex de Nooy" userId="2ae90f5cbd0fd171" providerId="LiveId" clId="{68FAF11D-BE20-5239-B1D5-2BBFAE7D07C1}" dt="2026-08-17T11:08:35.467" v="485" actId="14826"/>
        <pc:sldMkLst>
          <pc:docMk/>
          <pc:sldMk cId="701663705" sldId="277"/>
        </pc:sldMkLst>
        <pc:spChg chg="mod">
          <ac:chgData name="Alex de Nooy" userId="2ae90f5cbd0fd171" providerId="LiveId" clId="{68FAF11D-BE20-5239-B1D5-2BBFAE7D07C1}" dt="2026-08-17T11:02:41.477" v="424" actId="1076"/>
          <ac:spMkLst>
            <pc:docMk/>
            <pc:sldMk cId="701663705" sldId="277"/>
            <ac:spMk id="4" creationId="{F1FA4D1D-304E-7563-610A-772D0FA7910D}"/>
          </ac:spMkLst>
        </pc:spChg>
        <pc:picChg chg="mod">
          <ac:chgData name="Alex de Nooy" userId="2ae90f5cbd0fd171" providerId="LiveId" clId="{68FAF11D-BE20-5239-B1D5-2BBFAE7D07C1}" dt="2026-08-17T11:08:35.467" v="485" actId="14826"/>
          <ac:picMkLst>
            <pc:docMk/>
            <pc:sldMk cId="701663705" sldId="277"/>
            <ac:picMk id="2" creationId="{02881C2D-8717-268B-76E9-3DD5D97C6668}"/>
          </ac:picMkLst>
        </pc:picChg>
      </pc:sldChg>
      <pc:sldChg chg="modSp mod">
        <pc:chgData name="Alex de Nooy" userId="2ae90f5cbd0fd171" providerId="LiveId" clId="{68FAF11D-BE20-5239-B1D5-2BBFAE7D07C1}" dt="2026-08-17T11:10:02.939" v="490" actId="14826"/>
        <pc:sldMkLst>
          <pc:docMk/>
          <pc:sldMk cId="1211516957" sldId="278"/>
        </pc:sldMkLst>
        <pc:picChg chg="mod">
          <ac:chgData name="Alex de Nooy" userId="2ae90f5cbd0fd171" providerId="LiveId" clId="{68FAF11D-BE20-5239-B1D5-2BBFAE7D07C1}" dt="2026-08-17T11:10:02.939" v="490" actId="14826"/>
          <ac:picMkLst>
            <pc:docMk/>
            <pc:sldMk cId="1211516957" sldId="278"/>
            <ac:picMk id="4" creationId="{0C0ACAE2-A4FF-0B97-7548-EDD996AE9F44}"/>
          </ac:picMkLst>
        </pc:picChg>
      </pc:sldChg>
      <pc:sldChg chg="addSp delSp modSp mod">
        <pc:chgData name="Alex de Nooy" userId="2ae90f5cbd0fd171" providerId="LiveId" clId="{68FAF11D-BE20-5239-B1D5-2BBFAE7D07C1}" dt="2026-08-17T11:17:16.683" v="964" actId="1076"/>
        <pc:sldMkLst>
          <pc:docMk/>
          <pc:sldMk cId="1026319302" sldId="280"/>
        </pc:sldMkLst>
        <pc:spChg chg="mod">
          <ac:chgData name="Alex de Nooy" userId="2ae90f5cbd0fd171" providerId="LiveId" clId="{68FAF11D-BE20-5239-B1D5-2BBFAE7D07C1}" dt="2026-08-17T09:37:02.741" v="203" actId="20577"/>
          <ac:spMkLst>
            <pc:docMk/>
            <pc:sldMk cId="1026319302" sldId="280"/>
            <ac:spMk id="2" creationId="{A6ED73DE-FD0E-8A44-0B00-9343BC628B1D}"/>
          </ac:spMkLst>
        </pc:spChg>
        <pc:spChg chg="del">
          <ac:chgData name="Alex de Nooy" userId="2ae90f5cbd0fd171" providerId="LiveId" clId="{68FAF11D-BE20-5239-B1D5-2BBFAE7D07C1}" dt="2026-08-17T09:34:34.540" v="125" actId="478"/>
          <ac:spMkLst>
            <pc:docMk/>
            <pc:sldMk cId="1026319302" sldId="280"/>
            <ac:spMk id="3" creationId="{302C94A5-A6BA-D6E7-736F-A3A0BA16293F}"/>
          </ac:spMkLst>
        </pc:spChg>
        <pc:spChg chg="del">
          <ac:chgData name="Alex de Nooy" userId="2ae90f5cbd0fd171" providerId="LiveId" clId="{68FAF11D-BE20-5239-B1D5-2BBFAE7D07C1}" dt="2026-08-17T09:34:54.548" v="150" actId="478"/>
          <ac:spMkLst>
            <pc:docMk/>
            <pc:sldMk cId="1026319302" sldId="280"/>
            <ac:spMk id="4" creationId="{50A04212-A2C7-BD4F-FDFE-EF63CEA60FA2}"/>
          </ac:spMkLst>
        </pc:spChg>
        <pc:spChg chg="add del mod">
          <ac:chgData name="Alex de Nooy" userId="2ae90f5cbd0fd171" providerId="LiveId" clId="{68FAF11D-BE20-5239-B1D5-2BBFAE7D07C1}" dt="2026-08-17T09:34:42.881" v="145" actId="478"/>
          <ac:spMkLst>
            <pc:docMk/>
            <pc:sldMk cId="1026319302" sldId="280"/>
            <ac:spMk id="6" creationId="{444D073F-62AD-5497-5C3B-D8D4CF9C0B1D}"/>
          </ac:spMkLst>
        </pc:spChg>
        <pc:spChg chg="add del mod">
          <ac:chgData name="Alex de Nooy" userId="2ae90f5cbd0fd171" providerId="LiveId" clId="{68FAF11D-BE20-5239-B1D5-2BBFAE7D07C1}" dt="2026-08-17T09:37:44.447" v="206" actId="478"/>
          <ac:spMkLst>
            <pc:docMk/>
            <pc:sldMk cId="1026319302" sldId="280"/>
            <ac:spMk id="9" creationId="{9699D80F-2B88-A90C-DDB7-373A5376ED64}"/>
          </ac:spMkLst>
        </pc:spChg>
        <pc:spChg chg="add mod">
          <ac:chgData name="Alex de Nooy" userId="2ae90f5cbd0fd171" providerId="LiveId" clId="{68FAF11D-BE20-5239-B1D5-2BBFAE7D07C1}" dt="2026-08-17T11:15:39.866" v="911" actId="1076"/>
          <ac:spMkLst>
            <pc:docMk/>
            <pc:sldMk cId="1026319302" sldId="280"/>
            <ac:spMk id="13" creationId="{C2D78DCD-6C1A-2BCC-8786-7598F281507A}"/>
          </ac:spMkLst>
        </pc:spChg>
        <pc:spChg chg="add mod">
          <ac:chgData name="Alex de Nooy" userId="2ae90f5cbd0fd171" providerId="LiveId" clId="{68FAF11D-BE20-5239-B1D5-2BBFAE7D07C1}" dt="2026-08-17T11:15:39.866" v="911" actId="1076"/>
          <ac:spMkLst>
            <pc:docMk/>
            <pc:sldMk cId="1026319302" sldId="280"/>
            <ac:spMk id="14" creationId="{FAAE7CF0-D6AF-575D-70A5-A611EF8E71D8}"/>
          </ac:spMkLst>
        </pc:spChg>
        <pc:spChg chg="add mod">
          <ac:chgData name="Alex de Nooy" userId="2ae90f5cbd0fd171" providerId="LiveId" clId="{68FAF11D-BE20-5239-B1D5-2BBFAE7D07C1}" dt="2026-08-17T11:15:39.866" v="911" actId="1076"/>
          <ac:spMkLst>
            <pc:docMk/>
            <pc:sldMk cId="1026319302" sldId="280"/>
            <ac:spMk id="19" creationId="{B97176B9-4D40-F02F-EBDC-19228C4B3A38}"/>
          </ac:spMkLst>
        </pc:spChg>
        <pc:spChg chg="add mod">
          <ac:chgData name="Alex de Nooy" userId="2ae90f5cbd0fd171" providerId="LiveId" clId="{68FAF11D-BE20-5239-B1D5-2BBFAE7D07C1}" dt="2026-08-17T11:15:39.866" v="911" actId="1076"/>
          <ac:spMkLst>
            <pc:docMk/>
            <pc:sldMk cId="1026319302" sldId="280"/>
            <ac:spMk id="20" creationId="{C7B16AC1-9B50-F1E6-393D-79E85DF91975}"/>
          </ac:spMkLst>
        </pc:spChg>
        <pc:spChg chg="add mod">
          <ac:chgData name="Alex de Nooy" userId="2ae90f5cbd0fd171" providerId="LiveId" clId="{68FAF11D-BE20-5239-B1D5-2BBFAE7D07C1}" dt="2026-08-17T11:15:46.380" v="914" actId="14100"/>
          <ac:spMkLst>
            <pc:docMk/>
            <pc:sldMk cId="1026319302" sldId="280"/>
            <ac:spMk id="28" creationId="{6D104BE1-464A-66C0-85FD-EF3A6C1DE6A8}"/>
          </ac:spMkLst>
        </pc:spChg>
        <pc:spChg chg="add mod">
          <ac:chgData name="Alex de Nooy" userId="2ae90f5cbd0fd171" providerId="LiveId" clId="{68FAF11D-BE20-5239-B1D5-2BBFAE7D07C1}" dt="2026-08-17T11:15:39.866" v="911" actId="1076"/>
          <ac:spMkLst>
            <pc:docMk/>
            <pc:sldMk cId="1026319302" sldId="280"/>
            <ac:spMk id="29" creationId="{5F1C76C3-F4EB-BC1E-97F6-49B9049B81BE}"/>
          </ac:spMkLst>
        </pc:spChg>
        <pc:spChg chg="add mod">
          <ac:chgData name="Alex de Nooy" userId="2ae90f5cbd0fd171" providerId="LiveId" clId="{68FAF11D-BE20-5239-B1D5-2BBFAE7D07C1}" dt="2026-08-17T11:16:21.897" v="922" actId="208"/>
          <ac:spMkLst>
            <pc:docMk/>
            <pc:sldMk cId="1026319302" sldId="280"/>
            <ac:spMk id="30" creationId="{28742AD1-D6BE-F8BB-9A3B-260D6FB19C75}"/>
          </ac:spMkLst>
        </pc:spChg>
        <pc:spChg chg="add mod">
          <ac:chgData name="Alex de Nooy" userId="2ae90f5cbd0fd171" providerId="LiveId" clId="{68FAF11D-BE20-5239-B1D5-2BBFAE7D07C1}" dt="2026-08-17T11:16:47.281" v="944" actId="20577"/>
          <ac:spMkLst>
            <pc:docMk/>
            <pc:sldMk cId="1026319302" sldId="280"/>
            <ac:spMk id="31" creationId="{1696F05D-830A-493C-12C4-221E434B4D58}"/>
          </ac:spMkLst>
        </pc:spChg>
        <pc:spChg chg="add mod">
          <ac:chgData name="Alex de Nooy" userId="2ae90f5cbd0fd171" providerId="LiveId" clId="{68FAF11D-BE20-5239-B1D5-2BBFAE7D07C1}" dt="2026-08-17T11:17:02.041" v="962" actId="20577"/>
          <ac:spMkLst>
            <pc:docMk/>
            <pc:sldMk cId="1026319302" sldId="280"/>
            <ac:spMk id="32" creationId="{C4EE393C-FFD3-1E01-BA8B-9B8E037B4420}"/>
          </ac:spMkLst>
        </pc:spChg>
        <pc:grpChg chg="add mod">
          <ac:chgData name="Alex de Nooy" userId="2ae90f5cbd0fd171" providerId="LiveId" clId="{68FAF11D-BE20-5239-B1D5-2BBFAE7D07C1}" dt="2026-08-17T11:17:16.683" v="964" actId="1076"/>
          <ac:grpSpMkLst>
            <pc:docMk/>
            <pc:sldMk cId="1026319302" sldId="280"/>
            <ac:grpSpMk id="33" creationId="{8CA40E6F-0C21-7015-8E18-AB104E059781}"/>
          </ac:grpSpMkLst>
        </pc:grpChg>
        <pc:picChg chg="del">
          <ac:chgData name="Alex de Nooy" userId="2ae90f5cbd0fd171" providerId="LiveId" clId="{68FAF11D-BE20-5239-B1D5-2BBFAE7D07C1}" dt="2026-08-17T09:34:48.281" v="148" actId="478"/>
          <ac:picMkLst>
            <pc:docMk/>
            <pc:sldMk cId="1026319302" sldId="280"/>
            <ac:picMk id="17" creationId="{3C7F94AD-70C4-B6EE-749B-7491D4DC165B}"/>
          </ac:picMkLst>
        </pc:picChg>
        <pc:picChg chg="del">
          <ac:chgData name="Alex de Nooy" userId="2ae90f5cbd0fd171" providerId="LiveId" clId="{68FAF11D-BE20-5239-B1D5-2BBFAE7D07C1}" dt="2026-08-17T09:34:46.925" v="147" actId="478"/>
          <ac:picMkLst>
            <pc:docMk/>
            <pc:sldMk cId="1026319302" sldId="280"/>
            <ac:picMk id="18" creationId="{AAD0A6CB-81B0-C6E7-0F6B-9CCDAD17D36F}"/>
          </ac:picMkLst>
        </pc:picChg>
        <pc:picChg chg="del">
          <ac:chgData name="Alex de Nooy" userId="2ae90f5cbd0fd171" providerId="LiveId" clId="{68FAF11D-BE20-5239-B1D5-2BBFAE7D07C1}" dt="2026-08-17T09:34:45.691" v="146" actId="478"/>
          <ac:picMkLst>
            <pc:docMk/>
            <pc:sldMk cId="1026319302" sldId="280"/>
            <ac:picMk id="22" creationId="{347C4A18-B14B-F1A9-AE7C-073C8C015997}"/>
          </ac:picMkLst>
        </pc:picChg>
        <pc:picChg chg="del">
          <ac:chgData name="Alex de Nooy" userId="2ae90f5cbd0fd171" providerId="LiveId" clId="{68FAF11D-BE20-5239-B1D5-2BBFAE7D07C1}" dt="2026-08-17T09:34:50.182" v="149" actId="478"/>
          <ac:picMkLst>
            <pc:docMk/>
            <pc:sldMk cId="1026319302" sldId="280"/>
            <ac:picMk id="23" creationId="{9E8D63D5-4F06-9C41-ED08-D27E99ED0DF0}"/>
          </ac:picMkLst>
        </pc:picChg>
        <pc:cxnChg chg="add mod">
          <ac:chgData name="Alex de Nooy" userId="2ae90f5cbd0fd171" providerId="LiveId" clId="{68FAF11D-BE20-5239-B1D5-2BBFAE7D07C1}" dt="2026-08-17T11:15:39.866" v="911" actId="1076"/>
          <ac:cxnSpMkLst>
            <pc:docMk/>
            <pc:sldMk cId="1026319302" sldId="280"/>
            <ac:cxnSpMk id="8" creationId="{5BAA1402-F122-A67D-AF8E-843D01992C42}"/>
          </ac:cxnSpMkLst>
        </pc:cxnChg>
        <pc:cxnChg chg="add mod">
          <ac:chgData name="Alex de Nooy" userId="2ae90f5cbd0fd171" providerId="LiveId" clId="{68FAF11D-BE20-5239-B1D5-2BBFAE7D07C1}" dt="2026-08-17T11:15:39.866" v="911" actId="1076"/>
          <ac:cxnSpMkLst>
            <pc:docMk/>
            <pc:sldMk cId="1026319302" sldId="280"/>
            <ac:cxnSpMk id="11" creationId="{BE1E3673-C35C-8822-0B8E-8E51F4924608}"/>
          </ac:cxnSpMkLst>
        </pc:cxnChg>
        <pc:cxnChg chg="add mod">
          <ac:chgData name="Alex de Nooy" userId="2ae90f5cbd0fd171" providerId="LiveId" clId="{68FAF11D-BE20-5239-B1D5-2BBFAE7D07C1}" dt="2026-08-17T11:15:39.866" v="911" actId="1076"/>
          <ac:cxnSpMkLst>
            <pc:docMk/>
            <pc:sldMk cId="1026319302" sldId="280"/>
            <ac:cxnSpMk id="12" creationId="{266BA82B-72F3-5EE4-F98B-8A5307E595BF}"/>
          </ac:cxnSpMkLst>
        </pc:cxnChg>
        <pc:cxnChg chg="add del mod">
          <ac:chgData name="Alex de Nooy" userId="2ae90f5cbd0fd171" providerId="LiveId" clId="{68FAF11D-BE20-5239-B1D5-2BBFAE7D07C1}" dt="2026-08-17T11:13:38.856" v="716" actId="478"/>
          <ac:cxnSpMkLst>
            <pc:docMk/>
            <pc:sldMk cId="1026319302" sldId="280"/>
            <ac:cxnSpMk id="21" creationId="{AD139C3F-734F-4365-F802-6B02B242E9A4}"/>
          </ac:cxnSpMkLst>
        </pc:cxnChg>
        <pc:cxnChg chg="add del mod">
          <ac:chgData name="Alex de Nooy" userId="2ae90f5cbd0fd171" providerId="LiveId" clId="{68FAF11D-BE20-5239-B1D5-2BBFAE7D07C1}" dt="2026-08-17T11:13:59.823" v="721" actId="478"/>
          <ac:cxnSpMkLst>
            <pc:docMk/>
            <pc:sldMk cId="1026319302" sldId="280"/>
            <ac:cxnSpMk id="24" creationId="{FECE3439-CE39-A717-64F0-A4A6F6A2F473}"/>
          </ac:cxnSpMkLst>
        </pc:cxnChg>
        <pc:cxnChg chg="add mod">
          <ac:chgData name="Alex de Nooy" userId="2ae90f5cbd0fd171" providerId="LiveId" clId="{68FAF11D-BE20-5239-B1D5-2BBFAE7D07C1}" dt="2026-08-17T11:15:39.866" v="911" actId="1076"/>
          <ac:cxnSpMkLst>
            <pc:docMk/>
            <pc:sldMk cId="1026319302" sldId="280"/>
            <ac:cxnSpMk id="25" creationId="{40707BED-1C54-C0FD-06EC-8CA0D1F59F9B}"/>
          </ac:cxnSpMkLst>
        </pc:cxnChg>
        <pc:cxnChg chg="add del mod">
          <ac:chgData name="Alex de Nooy" userId="2ae90f5cbd0fd171" providerId="LiveId" clId="{68FAF11D-BE20-5239-B1D5-2BBFAE7D07C1}" dt="2026-08-17T11:14:11.797" v="724" actId="478"/>
          <ac:cxnSpMkLst>
            <pc:docMk/>
            <pc:sldMk cId="1026319302" sldId="280"/>
            <ac:cxnSpMk id="26" creationId="{55FA892F-FA1F-D4F0-D020-D5238C20DC07}"/>
          </ac:cxnSpMkLst>
        </pc:cxnChg>
        <pc:cxnChg chg="add mod">
          <ac:chgData name="Alex de Nooy" userId="2ae90f5cbd0fd171" providerId="LiveId" clId="{68FAF11D-BE20-5239-B1D5-2BBFAE7D07C1}" dt="2026-08-17T11:14:09.316" v="723" actId="1076"/>
          <ac:cxnSpMkLst>
            <pc:docMk/>
            <pc:sldMk cId="1026319302" sldId="280"/>
            <ac:cxnSpMk id="27" creationId="{82D1B4CC-142A-DA23-0E89-5907207B895E}"/>
          </ac:cxnSpMkLst>
        </pc:cxnChg>
      </pc:sldChg>
      <pc:sldChg chg="modSp mod">
        <pc:chgData name="Alex de Nooy" userId="2ae90f5cbd0fd171" providerId="LiveId" clId="{68FAF11D-BE20-5239-B1D5-2BBFAE7D07C1}" dt="2026-08-17T11:26:22.351" v="1273" actId="20577"/>
        <pc:sldMkLst>
          <pc:docMk/>
          <pc:sldMk cId="1947549475" sldId="282"/>
        </pc:sldMkLst>
        <pc:spChg chg="mod">
          <ac:chgData name="Alex de Nooy" userId="2ae90f5cbd0fd171" providerId="LiveId" clId="{68FAF11D-BE20-5239-B1D5-2BBFAE7D07C1}" dt="2026-08-17T11:26:22.351" v="1273" actId="20577"/>
          <ac:spMkLst>
            <pc:docMk/>
            <pc:sldMk cId="1947549475" sldId="282"/>
            <ac:spMk id="2" creationId="{DC979242-F3A9-67FB-640A-645A452277F7}"/>
          </ac:spMkLst>
        </pc:spChg>
        <pc:graphicFrameChg chg="mod modGraphic">
          <ac:chgData name="Alex de Nooy" userId="2ae90f5cbd0fd171" providerId="LiveId" clId="{68FAF11D-BE20-5239-B1D5-2BBFAE7D07C1}" dt="2026-08-17T11:20:45.238" v="1256" actId="20577"/>
          <ac:graphicFrameMkLst>
            <pc:docMk/>
            <pc:sldMk cId="1947549475" sldId="282"/>
            <ac:graphicFrameMk id="6" creationId="{17FC5F26-6A86-DEB5-E1DD-3996B4E185F7}"/>
          </ac:graphicFrameMkLst>
        </pc:graphicFrameChg>
      </pc:sldChg>
      <pc:sldChg chg="add modAnim">
        <pc:chgData name="Alex de Nooy" userId="2ae90f5cbd0fd171" providerId="LiveId" clId="{68FAF11D-BE20-5239-B1D5-2BBFAE7D07C1}" dt="2026-08-17T11:26:06.403" v="1271"/>
        <pc:sldMkLst>
          <pc:docMk/>
          <pc:sldMk cId="1037801982" sldId="283"/>
        </pc:sldMkLst>
      </pc:sldChg>
      <pc:sldChg chg="addSp delSp modSp add del mod delAnim modAnim">
        <pc:chgData name="Alex de Nooy" userId="2ae90f5cbd0fd171" providerId="LiveId" clId="{68FAF11D-BE20-5239-B1D5-2BBFAE7D07C1}" dt="2026-08-17T11:28:50.905" v="1326" actId="2696"/>
        <pc:sldMkLst>
          <pc:docMk/>
          <pc:sldMk cId="466954569" sldId="284"/>
        </pc:sldMkLst>
        <pc:spChg chg="mod">
          <ac:chgData name="Alex de Nooy" userId="2ae90f5cbd0fd171" providerId="LiveId" clId="{68FAF11D-BE20-5239-B1D5-2BBFAE7D07C1}" dt="2026-08-17T11:27:36.577" v="1312" actId="20577"/>
          <ac:spMkLst>
            <pc:docMk/>
            <pc:sldMk cId="466954569" sldId="284"/>
            <ac:spMk id="2" creationId="{9E9027C2-BC0E-2B35-CF9E-4584C03016A5}"/>
          </ac:spMkLst>
        </pc:spChg>
        <pc:spChg chg="del">
          <ac:chgData name="Alex de Nooy" userId="2ae90f5cbd0fd171" providerId="LiveId" clId="{68FAF11D-BE20-5239-B1D5-2BBFAE7D07C1}" dt="2026-08-17T11:27:42.269" v="1313" actId="478"/>
          <ac:spMkLst>
            <pc:docMk/>
            <pc:sldMk cId="466954569" sldId="284"/>
            <ac:spMk id="3" creationId="{07A1378F-4D93-9379-F7FD-E72051751D5B}"/>
          </ac:spMkLst>
        </pc:spChg>
        <pc:spChg chg="del">
          <ac:chgData name="Alex de Nooy" userId="2ae90f5cbd0fd171" providerId="LiveId" clId="{68FAF11D-BE20-5239-B1D5-2BBFAE7D07C1}" dt="2026-08-17T11:27:24.155" v="1280" actId="478"/>
          <ac:spMkLst>
            <pc:docMk/>
            <pc:sldMk cId="466954569" sldId="284"/>
            <ac:spMk id="4" creationId="{0A286C94-226C-2B13-2371-9F2D169AF651}"/>
          </ac:spMkLst>
        </pc:spChg>
        <pc:spChg chg="add del mod">
          <ac:chgData name="Alex de Nooy" userId="2ae90f5cbd0fd171" providerId="LiveId" clId="{68FAF11D-BE20-5239-B1D5-2BBFAE7D07C1}" dt="2026-08-17T11:28:03.340" v="1317" actId="478"/>
          <ac:spMkLst>
            <pc:docMk/>
            <pc:sldMk cId="466954569" sldId="284"/>
            <ac:spMk id="6" creationId="{302F5E14-80FC-4870-9020-39A19B992592}"/>
          </ac:spMkLst>
        </pc:spChg>
        <pc:spChg chg="add mod">
          <ac:chgData name="Alex de Nooy" userId="2ae90f5cbd0fd171" providerId="LiveId" clId="{68FAF11D-BE20-5239-B1D5-2BBFAE7D07C1}" dt="2026-08-17T11:28:18.762" v="1325" actId="20577"/>
          <ac:spMkLst>
            <pc:docMk/>
            <pc:sldMk cId="466954569" sldId="284"/>
            <ac:spMk id="7" creationId="{C4C653A4-6B53-6532-6E23-AC6F9B8CC1CB}"/>
          </ac:spMkLst>
        </pc:spChg>
        <pc:picChg chg="del">
          <ac:chgData name="Alex de Nooy" userId="2ae90f5cbd0fd171" providerId="LiveId" clId="{68FAF11D-BE20-5239-B1D5-2BBFAE7D07C1}" dt="2026-08-17T11:27:12.541" v="1277" actId="478"/>
          <ac:picMkLst>
            <pc:docMk/>
            <pc:sldMk cId="466954569" sldId="284"/>
            <ac:picMk id="17" creationId="{66BC89CB-E7FF-E510-01A6-ABF3F7418A70}"/>
          </ac:picMkLst>
        </pc:picChg>
        <pc:picChg chg="del">
          <ac:chgData name="Alex de Nooy" userId="2ae90f5cbd0fd171" providerId="LiveId" clId="{68FAF11D-BE20-5239-B1D5-2BBFAE7D07C1}" dt="2026-08-17T11:27:11.567" v="1276" actId="478"/>
          <ac:picMkLst>
            <pc:docMk/>
            <pc:sldMk cId="466954569" sldId="284"/>
            <ac:picMk id="18" creationId="{AE33FCA3-E4C7-BAEA-4161-721B9FA138C3}"/>
          </ac:picMkLst>
        </pc:picChg>
        <pc:picChg chg="del">
          <ac:chgData name="Alex de Nooy" userId="2ae90f5cbd0fd171" providerId="LiveId" clId="{68FAF11D-BE20-5239-B1D5-2BBFAE7D07C1}" dt="2026-08-17T11:27:10.018" v="1275" actId="478"/>
          <ac:picMkLst>
            <pc:docMk/>
            <pc:sldMk cId="466954569" sldId="284"/>
            <ac:picMk id="22" creationId="{93E09C71-0061-6AB8-1ED2-DB11C9743928}"/>
          </ac:picMkLst>
        </pc:picChg>
        <pc:picChg chg="del">
          <ac:chgData name="Alex de Nooy" userId="2ae90f5cbd0fd171" providerId="LiveId" clId="{68FAF11D-BE20-5239-B1D5-2BBFAE7D07C1}" dt="2026-08-17T11:27:13.506" v="1278" actId="478"/>
          <ac:picMkLst>
            <pc:docMk/>
            <pc:sldMk cId="466954569" sldId="284"/>
            <ac:picMk id="23" creationId="{54297994-8950-CC4A-D187-A5B1AF3EAD3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D1D1B35-6FA9-8845-A3E6-B5BF73ACF6AB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BF7E15F-D269-1649-8FFC-FE911534F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667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9DEDDDD-250C-482E-9DE6-C403974E433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78A90D8-2647-4560-8208-F58DCE3D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3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90D8-2647-4560-8208-F58DCE3DB5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94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90D8-2647-4560-8208-F58DCE3DB5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2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90D8-2647-4560-8208-F58DCE3DB5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0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7081AA5-7072-CAD6-E7D6-68369E16A009}"/>
              </a:ext>
            </a:extLst>
          </p:cNvPr>
          <p:cNvSpPr/>
          <p:nvPr userDrawn="1"/>
        </p:nvSpPr>
        <p:spPr>
          <a:xfrm>
            <a:off x="0" y="5836625"/>
            <a:ext cx="12192000" cy="1036842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4000">
                <a:srgbClr val="022169">
                  <a:shade val="67500"/>
                  <a:satMod val="115000"/>
                </a:srgbClr>
              </a:gs>
              <a:gs pos="85000">
                <a:schemeClr val="tx2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94A7E-AA0D-BDAB-E949-D6E608D1C044}"/>
              </a:ext>
            </a:extLst>
          </p:cNvPr>
          <p:cNvSpPr txBox="1"/>
          <p:nvPr userDrawn="1"/>
        </p:nvSpPr>
        <p:spPr>
          <a:xfrm>
            <a:off x="10149319" y="1423480"/>
            <a:ext cx="1834134" cy="283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50">
                <a:solidFill>
                  <a:schemeClr val="bg1"/>
                </a:solidFill>
                <a:latin typeface="Century Gothic" panose="020B0502020202020204" pitchFamily="34" charset="0"/>
              </a:rPr>
              <a:t>cquin.icap.columbia.edu</a:t>
            </a:r>
          </a:p>
        </p:txBody>
      </p:sp>
      <p:pic>
        <p:nvPicPr>
          <p:cNvPr id="7" name="Picture 6" descr="A group of flags in a row&#10;&#10;Description automatically generated">
            <a:extLst>
              <a:ext uri="{FF2B5EF4-FFF2-40B4-BE49-F238E27FC236}">
                <a16:creationId xmlns:a16="http://schemas.microsoft.com/office/drawing/2014/main" id="{142E1DDD-1193-5B3C-38DE-84EBF72EB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25522" y="5894248"/>
            <a:ext cx="12197656" cy="103684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A1564E6-4A42-A1A2-FC04-7853181BD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6054" y="3809087"/>
            <a:ext cx="6387638" cy="96219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192D40-4BB2-68E5-E60F-ABC4F4AB5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6054" y="1915746"/>
            <a:ext cx="6387639" cy="1827156"/>
          </a:xfrm>
        </p:spPr>
        <p:txBody>
          <a:bodyPr anchor="ctr">
            <a:noAutofit/>
          </a:bodyPr>
          <a:lstStyle>
            <a:lvl1pPr algn="l">
              <a:defRPr sz="54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760A2C-E0A2-DFDA-3618-C86C7F5440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8223" b="29048"/>
          <a:stretch>
            <a:fillRect/>
          </a:stretch>
        </p:blipFill>
        <p:spPr>
          <a:xfrm>
            <a:off x="9103540" y="328405"/>
            <a:ext cx="2999448" cy="8228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32F0CB-1918-D9A6-2F7A-6D3981FF08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1637" y="145657"/>
            <a:ext cx="2105213" cy="1230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6E9AD3-58FF-D9C0-D385-20197483F78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061" t="19826" r="12983" b="21652"/>
          <a:stretch>
            <a:fillRect/>
          </a:stretch>
        </p:blipFill>
        <p:spPr>
          <a:xfrm>
            <a:off x="6781126" y="422422"/>
            <a:ext cx="2184850" cy="64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85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4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w/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EC02EE-9661-4A18-8A8F-B0942498E6ED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46000">
                <a:srgbClr val="022169">
                  <a:shade val="67500"/>
                  <a:satMod val="115000"/>
                </a:srgbClr>
              </a:gs>
              <a:gs pos="84000">
                <a:schemeClr val="tx2"/>
              </a:gs>
            </a:gsLst>
            <a:lin ang="78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80606FA-C36B-44EE-91CC-23E328C62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857" y="3681248"/>
            <a:ext cx="6387638" cy="96219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B746CDD-D828-4CA9-922F-39CA5C1B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858" y="1838673"/>
            <a:ext cx="6387639" cy="1827156"/>
          </a:xfrm>
        </p:spPr>
        <p:txBody>
          <a:bodyPr anchor="ctr">
            <a:noAutofit/>
          </a:bodyPr>
          <a:lstStyle>
            <a:lvl1pPr algn="l">
              <a:defRPr sz="54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496835-195E-E9F4-3CBE-7C62F6DAC9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5953" y="0"/>
            <a:ext cx="4696047" cy="6858000"/>
          </a:xfrm>
          <a:solidFill>
            <a:schemeClr val="bg1"/>
          </a:solidFill>
        </p:spPr>
        <p:txBody>
          <a:bodyPr anchor="ctr"/>
          <a:lstStyle>
            <a:lvl1pPr algn="ctr">
              <a:defRPr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8E33B-5176-ACDC-B646-DDED4A645D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36CAB1-CB93-7C39-6525-25EEBDEB3C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03AA27-BD0A-BD20-D03A-395AB87DE2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840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4128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9DF82-A038-4DAB-A858-F7EBC5209F7E}"/>
              </a:ext>
            </a:extLst>
          </p:cNvPr>
          <p:cNvSpPr/>
          <p:nvPr/>
        </p:nvSpPr>
        <p:spPr>
          <a:xfrm>
            <a:off x="0" y="-4003"/>
            <a:ext cx="12192000" cy="5700795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4000">
                <a:srgbClr val="022169">
                  <a:shade val="67500"/>
                  <a:satMod val="115000"/>
                </a:srgbClr>
              </a:gs>
              <a:gs pos="85000">
                <a:schemeClr val="tx2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444262" y="3896069"/>
            <a:ext cx="7321061" cy="900863"/>
          </a:xfrm>
        </p:spPr>
        <p:txBody>
          <a:bodyPr anchor="t">
            <a:normAutofit/>
          </a:bodyPr>
          <a:lstStyle>
            <a:lvl1pPr algn="ctr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CDB90-7F95-46D7-9750-A473B620A4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18475" y="1074861"/>
            <a:ext cx="2355050" cy="235413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pc="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EAF69-E6BF-7572-B13E-E45A899B8A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9861568" y="5879540"/>
            <a:ext cx="2225653" cy="610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9B92DE-258E-6C75-9B8C-33F4526163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13643" y="5783505"/>
            <a:ext cx="1562112" cy="912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085D5C-6031-E1E3-1274-F32E87BF93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8211874" y="5973557"/>
            <a:ext cx="1621204" cy="4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029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hoto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E28A67-3D2A-47FE-8FEE-BEDC483737C0}"/>
              </a:ext>
            </a:extLst>
          </p:cNvPr>
          <p:cNvSpPr/>
          <p:nvPr/>
        </p:nvSpPr>
        <p:spPr>
          <a:xfrm rot="10800000">
            <a:off x="689610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" y="0"/>
            <a:ext cx="6896098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spc="3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381496" y="508000"/>
            <a:ext cx="4366006" cy="850899"/>
          </a:xfrm>
        </p:spPr>
        <p:txBody>
          <a:bodyPr anchor="t">
            <a:noAutofit/>
          </a:bodyPr>
          <a:lstStyle>
            <a:lvl1pPr algn="l"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C8C91-517A-E263-7CC8-86DAE9667C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1495" y="1600200"/>
            <a:ext cx="4366006" cy="44831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CCEF4-45A0-6D4C-F98A-FB9C5F59B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2455662" y="6201292"/>
            <a:ext cx="1677854" cy="460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62485-103A-B181-E88F-8F179D3830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311" y="6106696"/>
            <a:ext cx="1177629" cy="688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61D614-8A7C-F47D-1330-6E638594C4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1257133" y="6260033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7619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ent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61666C-989C-531F-168B-432D99E96F9A}"/>
              </a:ext>
            </a:extLst>
          </p:cNvPr>
          <p:cNvSpPr/>
          <p:nvPr/>
        </p:nvSpPr>
        <p:spPr>
          <a:xfrm rot="10800000">
            <a:off x="6896100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19999" y="517382"/>
            <a:ext cx="3959605" cy="4551088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“Click to edit Master text”</a:t>
            </a:r>
          </a:p>
          <a:p>
            <a:pPr lvl="0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12396" y="520700"/>
            <a:ext cx="6140742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1281-E39B-231E-47D2-649DE2D920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2775" y="1511300"/>
            <a:ext cx="6140450" cy="4738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D4C52-58D8-54CE-7547-A3E8F515E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2455662" y="6201292"/>
            <a:ext cx="1677854" cy="460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14F713-0C3A-C54C-8E64-AA09AA1D3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311" y="6106696"/>
            <a:ext cx="1177629" cy="68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17DD41-87A3-F340-FADD-8123ECA361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1257133" y="6260033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195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61666C-989C-531F-168B-432D99E96F9A}"/>
              </a:ext>
            </a:extLst>
          </p:cNvPr>
          <p:cNvSpPr/>
          <p:nvPr/>
        </p:nvSpPr>
        <p:spPr>
          <a:xfrm rot="10800000">
            <a:off x="-347" y="0"/>
            <a:ext cx="5295900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0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2320" y="517380"/>
            <a:ext cx="3959605" cy="4551088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“Click to edit Master text”</a:t>
            </a:r>
          </a:p>
          <a:p>
            <a:pPr lvl="0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701216" y="520700"/>
            <a:ext cx="6140742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81281-E39B-231E-47D2-649DE2D920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1595" y="1511300"/>
            <a:ext cx="6140450" cy="4738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4C755-F3DF-F661-7EDD-F3B0543E2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B6DC81-0334-DE0B-F578-58C8C2487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681036-2D76-4698-978A-BF20C747B9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032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12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F7FE98-6B0C-4514-B978-11C7B1F2E18D}"/>
              </a:ext>
            </a:extLst>
          </p:cNvPr>
          <p:cNvSpPr/>
          <p:nvPr/>
        </p:nvSpPr>
        <p:spPr>
          <a:xfrm>
            <a:off x="0" y="0"/>
            <a:ext cx="1535185" cy="6858000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964317" y="520700"/>
            <a:ext cx="9144456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rgbClr val="0221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1511300"/>
            <a:ext cx="9145008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7B79B-1CD9-7614-6D80-A6F373CC07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FCA507-EF7E-3C35-2F9B-63A09A302A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705169-6B4E-1F5B-8B9A-AB2D163721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9624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76D47F-A017-297B-620F-5A2D353BD14E}"/>
              </a:ext>
            </a:extLst>
          </p:cNvPr>
          <p:cNvSpPr/>
          <p:nvPr/>
        </p:nvSpPr>
        <p:spPr>
          <a:xfrm>
            <a:off x="0" y="0"/>
            <a:ext cx="12192000" cy="1358899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38000">
                <a:srgbClr val="022169">
                  <a:shade val="67500"/>
                  <a:satMod val="115000"/>
                </a:srgb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512345" y="284163"/>
            <a:ext cx="9144456" cy="83819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91C50-1E72-808D-96D0-D53D36DB48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12346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CA9E357-0231-8ABC-6BB5-EC6336BF7E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7789" y="1645353"/>
            <a:ext cx="4479012" cy="473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7F301-700C-BC96-F8B6-36719A714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88AF53-77EE-6D8F-A732-10C9FD4FDF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FC5BDC-D09D-6EB1-D28A-3CF684FE6C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803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2BE2B-D6FC-BD84-6EF1-70643469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155" y="6244840"/>
            <a:ext cx="832363" cy="47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277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 w/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02BE2B-D6FC-BD84-6EF1-70643469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155" y="6244840"/>
            <a:ext cx="832363" cy="477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721871-2667-A0A8-C694-F90A577B4E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8223" b="29048"/>
          <a:stretch>
            <a:fillRect/>
          </a:stretch>
        </p:blipFill>
        <p:spPr>
          <a:xfrm>
            <a:off x="10251710" y="6171207"/>
            <a:ext cx="1677854" cy="460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4441E-BE06-C875-1B13-B4FEC9F476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96359" y="6076611"/>
            <a:ext cx="1177629" cy="688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50FCF5-9F70-786D-9E81-210BF066AE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061" t="19826" r="12983" b="21652"/>
          <a:stretch>
            <a:fillRect/>
          </a:stretch>
        </p:blipFill>
        <p:spPr>
          <a:xfrm>
            <a:off x="9053181" y="6229948"/>
            <a:ext cx="1222178" cy="3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3913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894A7E-AA0D-BDAB-E949-D6E608D1C044}"/>
              </a:ext>
            </a:extLst>
          </p:cNvPr>
          <p:cNvSpPr txBox="1"/>
          <p:nvPr userDrawn="1"/>
        </p:nvSpPr>
        <p:spPr>
          <a:xfrm>
            <a:off x="10149319" y="1423480"/>
            <a:ext cx="2912249" cy="283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50">
                <a:solidFill>
                  <a:schemeClr val="bg1"/>
                </a:solidFill>
                <a:latin typeface="Century Gothic" panose="020B0502020202020204" pitchFamily="34" charset="0"/>
              </a:rPr>
              <a:t>cquin.icap.columbia.edu</a:t>
            </a:r>
          </a:p>
        </p:txBody>
      </p:sp>
      <p:pic>
        <p:nvPicPr>
          <p:cNvPr id="7" name="Picture 6" descr="A group of flags in a row&#10;&#10;Description automatically generated">
            <a:extLst>
              <a:ext uri="{FF2B5EF4-FFF2-40B4-BE49-F238E27FC236}">
                <a16:creationId xmlns:a16="http://schemas.microsoft.com/office/drawing/2014/main" id="{142E1DDD-1193-5B3C-38DE-84EBF72EB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25522" y="5799652"/>
            <a:ext cx="12197656" cy="103684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D192D40-4BB2-68E5-E60F-ABC4F4AB5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1646" y="2244283"/>
            <a:ext cx="6387639" cy="1827156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839BB-6E99-9761-B687-A64023FCB5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8223" b="29048"/>
          <a:stretch>
            <a:fillRect/>
          </a:stretch>
        </p:blipFill>
        <p:spPr>
          <a:xfrm>
            <a:off x="9103540" y="328405"/>
            <a:ext cx="2999448" cy="822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CCF934-B8AE-CAE7-AE05-C9D8538A3E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1637" y="145657"/>
            <a:ext cx="2105213" cy="12303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E34701-C8F6-1001-108F-181DC47D09F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1061" t="19826" r="12983" b="21652"/>
          <a:stretch>
            <a:fillRect/>
          </a:stretch>
        </p:blipFill>
        <p:spPr>
          <a:xfrm>
            <a:off x="6781126" y="422422"/>
            <a:ext cx="2184850" cy="6473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242B573-7640-1BB6-60AB-29DED3AD8EE8}"/>
              </a:ext>
            </a:extLst>
          </p:cNvPr>
          <p:cNvSpPr/>
          <p:nvPr userDrawn="1"/>
        </p:nvSpPr>
        <p:spPr>
          <a:xfrm>
            <a:off x="0" y="5836625"/>
            <a:ext cx="12192000" cy="1036842"/>
          </a:xfrm>
          <a:prstGeom prst="rect">
            <a:avLst/>
          </a:prstGeom>
          <a:gradFill flip="none" rotWithShape="1">
            <a:gsLst>
              <a:gs pos="0">
                <a:srgbClr val="022169">
                  <a:shade val="30000"/>
                  <a:satMod val="115000"/>
                </a:srgbClr>
              </a:gs>
              <a:gs pos="54000">
                <a:srgbClr val="022169">
                  <a:shade val="67500"/>
                  <a:satMod val="115000"/>
                </a:srgbClr>
              </a:gs>
              <a:gs pos="85000">
                <a:schemeClr val="tx2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group of flags in a row&#10;&#10;Description automatically generated">
            <a:extLst>
              <a:ext uri="{FF2B5EF4-FFF2-40B4-BE49-F238E27FC236}">
                <a16:creationId xmlns:a16="http://schemas.microsoft.com/office/drawing/2014/main" id="{9B569CF3-7D9E-20B5-7AEA-D33CF64ED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888"/>
          <a:stretch/>
        </p:blipFill>
        <p:spPr>
          <a:xfrm>
            <a:off x="25522" y="5894248"/>
            <a:ext cx="12197656" cy="103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2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9895-04E4-4B19-9528-EB94FD62B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397A7-2E28-4084-BE9B-1C9B443DD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A9769-C9C1-47A9-9BB1-13BFF34B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91F24-88CB-427F-8F02-242CC05C2FE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7B23-7E63-43AB-B01B-9E3B3C393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5BDB5-21D7-4FEC-BDCA-6E1DF7425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E132C-11CC-456A-872A-3A8C271CC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4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18AF1-BBDD-5C45-BD8A-357304E54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6" r:id="rId2"/>
    <p:sldLayoutId id="2147483707" r:id="rId3"/>
    <p:sldLayoutId id="2147483708" r:id="rId4"/>
    <p:sldLayoutId id="2147483709" r:id="rId5"/>
    <p:sldLayoutId id="2147483724" r:id="rId6"/>
    <p:sldLayoutId id="2147483710" r:id="rId7"/>
    <p:sldLayoutId id="2147483711" r:id="rId8"/>
    <p:sldLayoutId id="2147483712" r:id="rId9"/>
    <p:sldLayoutId id="2147483718" r:id="rId10"/>
    <p:sldLayoutId id="2147483719" r:id="rId11"/>
    <p:sldLayoutId id="2147483723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800" b="1" kern="1200">
          <a:solidFill>
            <a:schemeClr val="tx1"/>
          </a:solidFill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0F2AD85-B64B-606C-EE04-6A7E3EC90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2181" y="4286165"/>
            <a:ext cx="6387638" cy="96219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i="1"/>
              <a:t>HIV service delivery prioritization in resource-constrained settings</a:t>
            </a:r>
          </a:p>
          <a:p>
            <a:pPr algn="ctr"/>
            <a:r>
              <a:rPr lang="en-US"/>
              <a:t>Brooke Nichols, Boston University</a:t>
            </a:r>
          </a:p>
          <a:p>
            <a:pPr algn="ctr"/>
            <a:r>
              <a:rPr lang="en-US"/>
              <a:t>18 August 2026</a:t>
            </a:r>
          </a:p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847150-B87B-2DDA-F439-4817C0FB3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379" y="2174162"/>
            <a:ext cx="10247242" cy="1827156"/>
          </a:xfrm>
        </p:spPr>
        <p:txBody>
          <a:bodyPr/>
          <a:lstStyle/>
          <a:p>
            <a:pPr algn="ctr"/>
            <a:r>
              <a:rPr lang="en-US" sz="3600"/>
              <a:t>TIER-Plus: </a:t>
            </a:r>
            <a:br>
              <a:rPr lang="en-US" sz="3600"/>
            </a:br>
            <a:r>
              <a:rPr lang="en-US" sz="3600"/>
              <a:t>Supporting evidence-informed prioritization and trade-off analysis in HIV service planning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F6366E-AAE1-25A9-DAA6-437B0C29E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3" y="0"/>
            <a:ext cx="1393825" cy="139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8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F4FD-6A62-DA0D-5493-6F1C383D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469" y="1648628"/>
            <a:ext cx="7321061" cy="900863"/>
          </a:xfrm>
        </p:spPr>
        <p:txBody>
          <a:bodyPr>
            <a:noAutofit/>
          </a:bodyPr>
          <a:lstStyle/>
          <a:p>
            <a:r>
              <a:rPr lang="en-US" sz="7200"/>
              <a:t>Who is TIER-Plus for?</a:t>
            </a:r>
          </a:p>
        </p:txBody>
      </p:sp>
    </p:spTree>
    <p:extLst>
      <p:ext uri="{BB962C8B-B14F-4D97-AF65-F5344CB8AC3E}">
        <p14:creationId xmlns:p14="http://schemas.microsoft.com/office/powerpoint/2010/main" val="7889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59FA-E4CE-E7EB-AAAD-7A17768D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take a look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77F2EA-4DDD-82A8-C0F4-215D3B017CCF}"/>
              </a:ext>
            </a:extLst>
          </p:cNvPr>
          <p:cNvSpPr txBox="1">
            <a:spLocks/>
          </p:cNvSpPr>
          <p:nvPr/>
        </p:nvSpPr>
        <p:spPr>
          <a:xfrm>
            <a:off x="762396" y="1645399"/>
            <a:ext cx="11306175" cy="407987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ctr">
              <a:buFont typeface="Arial"/>
              <a:buAutoNum type="arabicPeriod"/>
            </a:pPr>
            <a:r>
              <a:rPr lang="en-US" sz="2400">
                <a:solidFill>
                  <a:schemeClr val="tx2"/>
                </a:solidFill>
              </a:rPr>
              <a:t>ORIENTATION</a:t>
            </a:r>
          </a:p>
          <a:p>
            <a:pPr marL="342900" indent="-342900" algn="ctr">
              <a:buFont typeface="Arial"/>
              <a:buAutoNum type="arabicPeriod"/>
            </a:pPr>
            <a:endParaRPr lang="en-US" sz="2400">
              <a:solidFill>
                <a:schemeClr val="tx2"/>
              </a:solidFill>
            </a:endParaRPr>
          </a:p>
          <a:p>
            <a:pPr marL="342900" indent="-342900" algn="ctr">
              <a:buFont typeface="Arial"/>
              <a:buAutoNum type="arabicPeriod"/>
            </a:pPr>
            <a:r>
              <a:rPr lang="en-US" sz="2400">
                <a:solidFill>
                  <a:schemeClr val="tx2"/>
                </a:solidFill>
              </a:rPr>
              <a:t>INPUTS </a:t>
            </a:r>
            <a:br>
              <a:rPr lang="en-US" sz="2400">
                <a:solidFill>
                  <a:schemeClr val="tx2"/>
                </a:solidFill>
              </a:rPr>
            </a:br>
            <a:r>
              <a:rPr lang="en-US" sz="2400">
                <a:solidFill>
                  <a:schemeClr val="tx2"/>
                </a:solidFill>
              </a:rPr>
              <a:t>(country &amp; coverage)</a:t>
            </a:r>
            <a:br>
              <a:rPr lang="en-US" sz="2400">
                <a:solidFill>
                  <a:schemeClr val="tx2"/>
                </a:solidFill>
              </a:rPr>
            </a:br>
            <a:br>
              <a:rPr lang="en-US" sz="2400">
                <a:solidFill>
                  <a:schemeClr val="tx2"/>
                </a:solidFill>
              </a:rPr>
            </a:br>
            <a:endParaRPr lang="en-US" sz="2400">
              <a:solidFill>
                <a:schemeClr val="tx2"/>
              </a:solidFill>
            </a:endParaRPr>
          </a:p>
          <a:p>
            <a:pPr marL="342900" indent="-342900" algn="ctr">
              <a:buFont typeface="Arial"/>
              <a:buAutoNum type="arabicPeriod"/>
            </a:pPr>
            <a:r>
              <a:rPr lang="en-US" sz="2400">
                <a:solidFill>
                  <a:schemeClr val="tx2"/>
                </a:solidFill>
              </a:rPr>
              <a:t>SCENARIOS </a:t>
            </a:r>
            <a:br>
              <a:rPr lang="en-US" sz="2400">
                <a:solidFill>
                  <a:schemeClr val="tx2"/>
                </a:solidFill>
              </a:rPr>
            </a:br>
            <a:r>
              <a:rPr lang="en-US" sz="2400">
                <a:solidFill>
                  <a:schemeClr val="tx2"/>
                </a:solidFill>
              </a:rPr>
              <a:t>(adjust interventions)</a:t>
            </a:r>
          </a:p>
          <a:p>
            <a:pPr algn="ctr"/>
            <a:endParaRPr lang="en-US" sz="2400">
              <a:solidFill>
                <a:schemeClr val="tx2"/>
              </a:solidFill>
            </a:endParaRPr>
          </a:p>
          <a:p>
            <a:pPr algn="ctr"/>
            <a:r>
              <a:rPr lang="en-US" sz="2400">
                <a:solidFill>
                  <a:schemeClr val="tx2"/>
                </a:solidFill>
              </a:rPr>
              <a:t>4. OUTPUTS </a:t>
            </a:r>
            <a:br>
              <a:rPr lang="en-US" sz="2400">
                <a:solidFill>
                  <a:schemeClr val="tx2"/>
                </a:solidFill>
              </a:rPr>
            </a:br>
            <a:r>
              <a:rPr lang="en-US" sz="2400">
                <a:solidFill>
                  <a:schemeClr val="tx2"/>
                </a:solidFill>
              </a:rPr>
              <a:t>(costs + outcomes + cascades)</a:t>
            </a:r>
          </a:p>
        </p:txBody>
      </p:sp>
      <p:pic>
        <p:nvPicPr>
          <p:cNvPr id="5" name="Picture 2" descr="Route icon vektor | Premium Vector">
            <a:extLst>
              <a:ext uri="{FF2B5EF4-FFF2-40B4-BE49-F238E27FC236}">
                <a16:creationId xmlns:a16="http://schemas.microsoft.com/office/drawing/2014/main" id="{0E4EA714-198D-023F-CEF6-24C4B5749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94533" y="2645000"/>
            <a:ext cx="2438240" cy="243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B09790-AA59-1BDD-37B8-C58B7876A70A}"/>
              </a:ext>
            </a:extLst>
          </p:cNvPr>
          <p:cNvCxnSpPr/>
          <p:nvPr/>
        </p:nvCxnSpPr>
        <p:spPr>
          <a:xfrm>
            <a:off x="6502568" y="1987569"/>
            <a:ext cx="0" cy="4114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56E002-4DCF-2AAC-EBE9-0C0A8B1C958E}"/>
              </a:ext>
            </a:extLst>
          </p:cNvPr>
          <p:cNvCxnSpPr/>
          <p:nvPr/>
        </p:nvCxnSpPr>
        <p:spPr>
          <a:xfrm>
            <a:off x="6504384" y="4348520"/>
            <a:ext cx="0" cy="4114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E0D49D-76B6-04C0-E7A7-9A5BA10C2061}"/>
              </a:ext>
            </a:extLst>
          </p:cNvPr>
          <p:cNvCxnSpPr>
            <a:cxnSpLocks/>
          </p:cNvCxnSpPr>
          <p:nvPr/>
        </p:nvCxnSpPr>
        <p:spPr>
          <a:xfrm>
            <a:off x="6504784" y="3017520"/>
            <a:ext cx="0" cy="6621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77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3FC15F-0F8E-5D7C-C7E9-238779F4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140" y="687854"/>
            <a:ext cx="9400821" cy="54557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E651B9-3C16-7FE8-150B-44302740C509}"/>
              </a:ext>
            </a:extLst>
          </p:cNvPr>
          <p:cNvSpPr txBox="1"/>
          <p:nvPr/>
        </p:nvSpPr>
        <p:spPr>
          <a:xfrm>
            <a:off x="9752397" y="3665836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b="1">
                <a:solidFill>
                  <a:schemeClr val="accent1"/>
                </a:solidFill>
              </a:rPr>
              <a:t>Orientation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78363-42B2-DE8F-7646-F0003762FC59}"/>
              </a:ext>
            </a:extLst>
          </p:cNvPr>
          <p:cNvSpPr/>
          <p:nvPr/>
        </p:nvSpPr>
        <p:spPr>
          <a:xfrm flipV="1">
            <a:off x="2462722" y="2028825"/>
            <a:ext cx="5071535" cy="3251199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D77B6-E91F-42CA-9546-87A43E4363D5}"/>
              </a:ext>
            </a:extLst>
          </p:cNvPr>
          <p:cNvSpPr/>
          <p:nvPr/>
        </p:nvSpPr>
        <p:spPr>
          <a:xfrm flipV="1">
            <a:off x="2355921" y="5292588"/>
            <a:ext cx="6749442" cy="56356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2BD87-2DED-0C62-4F6E-FC8100D4E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520" y="196961"/>
            <a:ext cx="1393825" cy="13938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0E08CC-8448-153F-6FBC-FB31CCE9BA0D}"/>
              </a:ext>
            </a:extLst>
          </p:cNvPr>
          <p:cNvSpPr/>
          <p:nvPr/>
        </p:nvSpPr>
        <p:spPr>
          <a:xfrm flipV="1">
            <a:off x="7441394" y="1316093"/>
            <a:ext cx="962759" cy="21560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6C4E8-4024-C60D-9845-B1BD6153BE29}"/>
              </a:ext>
            </a:extLst>
          </p:cNvPr>
          <p:cNvSpPr/>
          <p:nvPr/>
        </p:nvSpPr>
        <p:spPr>
          <a:xfrm flipV="1">
            <a:off x="8463528" y="1316094"/>
            <a:ext cx="1122932" cy="21560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F64573-0AAD-D5CF-FD5C-86A74EE75148}"/>
              </a:ext>
            </a:extLst>
          </p:cNvPr>
          <p:cNvSpPr/>
          <p:nvPr/>
        </p:nvSpPr>
        <p:spPr>
          <a:xfrm flipV="1">
            <a:off x="210140" y="1398494"/>
            <a:ext cx="2041503" cy="474513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525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51BD-C6AF-942C-3E47-C1CFDC07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goes in (inputs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ABCB-1ACA-FFB0-A91B-503684FEBB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7" y="2119312"/>
            <a:ext cx="4800039" cy="4738688"/>
          </a:xfrm>
        </p:spPr>
        <p:txBody>
          <a:bodyPr/>
          <a:lstStyle/>
          <a:p>
            <a:pPr marL="742950" indent="-742950">
              <a:buAutoNum type="alphaLcPeriod"/>
            </a:pPr>
            <a:r>
              <a:rPr lang="en-US" sz="2400"/>
              <a:t>Select the country</a:t>
            </a:r>
            <a:br>
              <a:rPr lang="en-US" sz="2400"/>
            </a:br>
            <a:endParaRPr lang="en-US" sz="2400"/>
          </a:p>
          <a:p>
            <a:pPr marL="742950" indent="-742950">
              <a:buAutoNum type="alphaLcPeriod"/>
            </a:pPr>
            <a:r>
              <a:rPr lang="en-US" sz="2400"/>
              <a:t>Confirm (or edit) epidemic parameters (greyed out cannot be modified)</a:t>
            </a:r>
          </a:p>
          <a:p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1B30C7-1421-42B7-0742-01E2173F17FE}"/>
              </a:ext>
            </a:extLst>
          </p:cNvPr>
          <p:cNvCxnSpPr>
            <a:cxnSpLocks/>
          </p:cNvCxnSpPr>
          <p:nvPr/>
        </p:nvCxnSpPr>
        <p:spPr>
          <a:xfrm flipV="1">
            <a:off x="5365214" y="1129006"/>
            <a:ext cx="3294044" cy="12286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C9E06A-85F6-9666-5CA7-35C05F73919E}"/>
              </a:ext>
            </a:extLst>
          </p:cNvPr>
          <p:cNvCxnSpPr>
            <a:cxnSpLocks/>
          </p:cNvCxnSpPr>
          <p:nvPr/>
        </p:nvCxnSpPr>
        <p:spPr>
          <a:xfrm flipV="1">
            <a:off x="6096000" y="2544896"/>
            <a:ext cx="2483742" cy="10025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32B4CA0-9D94-0CC3-A4A8-2FA4E6CD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258" y="0"/>
            <a:ext cx="1974773" cy="611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8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EDD52C-80FD-C585-38F0-9C5E8AC9EC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9992" y="687854"/>
            <a:ext cx="9401687" cy="5455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026C79-727B-D2DC-B050-0C6D6446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341" y="0"/>
            <a:ext cx="1393825" cy="1393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5A6E2E-5178-D507-488F-A504A4CD266A}"/>
              </a:ext>
            </a:extLst>
          </p:cNvPr>
          <p:cNvSpPr/>
          <p:nvPr/>
        </p:nvSpPr>
        <p:spPr>
          <a:xfrm flipV="1">
            <a:off x="3413155" y="1800464"/>
            <a:ext cx="1159856" cy="19980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4369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3FE0F-AA05-1ACC-A729-BCCBACB0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EC28-22D0-810A-40E2-DD6253BA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goes in (inputs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92463-4B76-675E-D7DC-4182CFAC8A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964318" y="2119312"/>
            <a:ext cx="4306550" cy="4738688"/>
          </a:xfrm>
        </p:spPr>
        <p:txBody>
          <a:bodyPr>
            <a:normAutofit/>
          </a:bodyPr>
          <a:lstStyle/>
          <a:p>
            <a:r>
              <a:rPr lang="en-US" sz="2400"/>
              <a:t>c. 	Baseline interventions (coverage)</a:t>
            </a:r>
          </a:p>
          <a:p>
            <a:pPr marL="1028700" lvl="1"/>
            <a:r>
              <a:rPr lang="en-US" sz="1600" b="0"/>
              <a:t>For prevention</a:t>
            </a:r>
          </a:p>
          <a:p>
            <a:pPr marL="1028700" lvl="1"/>
            <a:r>
              <a:rPr lang="en-US" sz="1600" b="0"/>
              <a:t>For testing and diagnosis </a:t>
            </a:r>
          </a:p>
          <a:p>
            <a:pPr marL="1028700" lvl="1"/>
            <a:r>
              <a:rPr lang="en-US" sz="1600" b="0"/>
              <a:t>For treatment monitoring and quality</a:t>
            </a:r>
          </a:p>
          <a:p>
            <a:pPr marL="1028700" lvl="1"/>
            <a:r>
              <a:rPr lang="en-US" sz="1600" b="0"/>
              <a:t>For retention and adherence support</a:t>
            </a:r>
          </a:p>
          <a:p>
            <a:pPr marL="1028700" lvl="1"/>
            <a:r>
              <a:rPr lang="en-US" sz="1600" b="0"/>
              <a:t>For advanced HIV disease </a:t>
            </a:r>
          </a:p>
          <a:p>
            <a:endParaRPr lang="en-US" sz="2400"/>
          </a:p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774476-FCC2-5461-0CFF-380670B5C002}"/>
              </a:ext>
            </a:extLst>
          </p:cNvPr>
          <p:cNvSpPr txBox="1">
            <a:spLocks/>
          </p:cNvSpPr>
          <p:nvPr/>
        </p:nvSpPr>
        <p:spPr>
          <a:xfrm>
            <a:off x="1588899" y="5277786"/>
            <a:ext cx="4681967" cy="105951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1">
                <a:solidFill>
                  <a:schemeClr val="tx2"/>
                </a:solidFill>
                <a:latin typeface="+mj-lt"/>
              </a:rPr>
              <a:t>Important note!</a:t>
            </a:r>
          </a:p>
          <a:p>
            <a:r>
              <a:rPr lang="en-US" sz="2800" b="0">
                <a:solidFill>
                  <a:schemeClr val="tx2"/>
                </a:solidFill>
              </a:rPr>
              <a:t>Default data is provided </a:t>
            </a:r>
            <a:r>
              <a:rPr lang="en-US" sz="2800" b="0">
                <a:solidFill>
                  <a:schemeClr val="tx2"/>
                </a:solidFill>
                <a:sym typeface="Wingdings" pitchFamily="2" charset="2"/>
              </a:rPr>
              <a:t> </a:t>
            </a:r>
            <a:r>
              <a:rPr lang="en-US" sz="2800" b="0">
                <a:solidFill>
                  <a:schemeClr val="tx2"/>
                </a:solidFill>
              </a:rPr>
              <a:t>Users can customize if better national data are available.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6D8EF-5952-0975-324D-915233FCD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94605" y="1065065"/>
            <a:ext cx="2581589" cy="3647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8C2AE5-F5FD-DE68-F168-175D169B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3768" y="1358960"/>
            <a:ext cx="2782575" cy="3579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B1E186-A0EE-BBD4-7D44-89B2F8FB01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0866" y="2761487"/>
            <a:ext cx="2627504" cy="3454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E4728C-B469-5591-5885-C9F1E1E284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66756" y="2543095"/>
            <a:ext cx="2474880" cy="201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2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7B8136-7401-02EB-9CBE-C8B9B67B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Countries represented in TIER-Plus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9E0907-0517-6F23-B540-ED98F71ED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29"/>
          <a:stretch>
            <a:fillRect/>
          </a:stretch>
        </p:blipFill>
        <p:spPr>
          <a:xfrm>
            <a:off x="596828" y="35805"/>
            <a:ext cx="5971947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ADF653-8CE6-23C6-1296-D64639AA33CD}"/>
              </a:ext>
            </a:extLst>
          </p:cNvPr>
          <p:cNvCxnSpPr>
            <a:cxnSpLocks/>
          </p:cNvCxnSpPr>
          <p:nvPr/>
        </p:nvCxnSpPr>
        <p:spPr>
          <a:xfrm flipH="1">
            <a:off x="1106376" y="2906596"/>
            <a:ext cx="645151" cy="184262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8DE512-F5CE-B977-0CEC-3894C861A68F}"/>
              </a:ext>
            </a:extLst>
          </p:cNvPr>
          <p:cNvSpPr txBox="1"/>
          <p:nvPr/>
        </p:nvSpPr>
        <p:spPr>
          <a:xfrm>
            <a:off x="325401" y="2817042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8D00"/>
                </a:solidFill>
              </a:rPr>
              <a:t>Côte d’Ivoire</a:t>
            </a:r>
            <a:endParaRPr lang="en-CH" sz="1200">
              <a:solidFill>
                <a:srgbClr val="FF8D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7FA14F-7D4B-B85A-0DDE-16FD3CFADE62}"/>
              </a:ext>
            </a:extLst>
          </p:cNvPr>
          <p:cNvCxnSpPr>
            <a:cxnSpLocks/>
          </p:cNvCxnSpPr>
          <p:nvPr/>
        </p:nvCxnSpPr>
        <p:spPr>
          <a:xfrm flipH="1">
            <a:off x="1567228" y="2927006"/>
            <a:ext cx="516615" cy="36454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BFB843-EBE2-FA48-32CF-400F308C3B8D}"/>
              </a:ext>
            </a:extLst>
          </p:cNvPr>
          <p:cNvSpPr txBox="1"/>
          <p:nvPr/>
        </p:nvSpPr>
        <p:spPr>
          <a:xfrm>
            <a:off x="953713" y="3239678"/>
            <a:ext cx="741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6"/>
                </a:solidFill>
              </a:rPr>
              <a:t>Ghana</a:t>
            </a:r>
            <a:endParaRPr lang="en-CH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5EADBF-8786-061A-FB39-D17AE4CF5A6C}"/>
              </a:ext>
            </a:extLst>
          </p:cNvPr>
          <p:cNvCxnSpPr>
            <a:cxnSpLocks/>
          </p:cNvCxnSpPr>
          <p:nvPr/>
        </p:nvCxnSpPr>
        <p:spPr>
          <a:xfrm flipH="1">
            <a:off x="2160051" y="2832072"/>
            <a:ext cx="558027" cy="454138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F75EF3-8472-C6A0-038F-145CA1AE0D60}"/>
              </a:ext>
            </a:extLst>
          </p:cNvPr>
          <p:cNvSpPr txBox="1"/>
          <p:nvPr/>
        </p:nvSpPr>
        <p:spPr>
          <a:xfrm>
            <a:off x="1773400" y="3254754"/>
            <a:ext cx="741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8D00"/>
                </a:solidFill>
              </a:rPr>
              <a:t>Nigeria</a:t>
            </a:r>
            <a:endParaRPr lang="en-CH" sz="1200">
              <a:solidFill>
                <a:srgbClr val="FF8D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1F1F29-0F85-534F-5640-8BF63343E341}"/>
              </a:ext>
            </a:extLst>
          </p:cNvPr>
          <p:cNvCxnSpPr>
            <a:cxnSpLocks/>
          </p:cNvCxnSpPr>
          <p:nvPr/>
        </p:nvCxnSpPr>
        <p:spPr>
          <a:xfrm flipH="1">
            <a:off x="3033016" y="5292396"/>
            <a:ext cx="390847" cy="124085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5D4B2A-8480-6F58-E62C-BB64CD6E4A92}"/>
              </a:ext>
            </a:extLst>
          </p:cNvPr>
          <p:cNvSpPr txBox="1"/>
          <p:nvPr/>
        </p:nvSpPr>
        <p:spPr>
          <a:xfrm>
            <a:off x="2268112" y="5354438"/>
            <a:ext cx="857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8D00"/>
                </a:solidFill>
              </a:rPr>
              <a:t>Namibia</a:t>
            </a:r>
            <a:endParaRPr lang="en-CH" sz="1200">
              <a:solidFill>
                <a:srgbClr val="FF8D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C8B7BB-3A74-9462-3841-1850C8072546}"/>
              </a:ext>
            </a:extLst>
          </p:cNvPr>
          <p:cNvCxnSpPr>
            <a:cxnSpLocks/>
          </p:cNvCxnSpPr>
          <p:nvPr/>
        </p:nvCxnSpPr>
        <p:spPr>
          <a:xfrm flipH="1">
            <a:off x="2971986" y="6100029"/>
            <a:ext cx="713217" cy="215632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C1DBCE-FA44-4AA9-D370-532E19E4892F}"/>
              </a:ext>
            </a:extLst>
          </p:cNvPr>
          <p:cNvSpPr txBox="1"/>
          <p:nvPr/>
        </p:nvSpPr>
        <p:spPr>
          <a:xfrm>
            <a:off x="1761531" y="6231070"/>
            <a:ext cx="1145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8D00"/>
                </a:solidFill>
              </a:rPr>
              <a:t>South Africa</a:t>
            </a:r>
            <a:endParaRPr lang="en-CH" sz="1200">
              <a:solidFill>
                <a:srgbClr val="FF8D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35AC79-BD8D-1759-A068-A59A34347CD5}"/>
              </a:ext>
            </a:extLst>
          </p:cNvPr>
          <p:cNvCxnSpPr>
            <a:cxnSpLocks/>
          </p:cNvCxnSpPr>
          <p:nvPr/>
        </p:nvCxnSpPr>
        <p:spPr>
          <a:xfrm>
            <a:off x="4126526" y="5894935"/>
            <a:ext cx="345373" cy="689630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D250D00-3130-5634-6743-0AA13D2EE778}"/>
              </a:ext>
            </a:extLst>
          </p:cNvPr>
          <p:cNvSpPr txBox="1"/>
          <p:nvPr/>
        </p:nvSpPr>
        <p:spPr>
          <a:xfrm>
            <a:off x="4437916" y="6465600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8D00"/>
                </a:solidFill>
              </a:rPr>
              <a:t>Lesotho</a:t>
            </a:r>
            <a:endParaRPr lang="en-CH" sz="1200">
              <a:solidFill>
                <a:srgbClr val="FF8D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61F74F-F374-9BAC-EBF6-4B3C25ECBD85}"/>
              </a:ext>
            </a:extLst>
          </p:cNvPr>
          <p:cNvCxnSpPr>
            <a:cxnSpLocks/>
          </p:cNvCxnSpPr>
          <p:nvPr/>
        </p:nvCxnSpPr>
        <p:spPr>
          <a:xfrm>
            <a:off x="4333364" y="5036974"/>
            <a:ext cx="708418" cy="1023769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298571-0F0A-2F93-5A61-A130D19D18C5}"/>
              </a:ext>
            </a:extLst>
          </p:cNvPr>
          <p:cNvSpPr txBox="1"/>
          <p:nvPr/>
        </p:nvSpPr>
        <p:spPr>
          <a:xfrm>
            <a:off x="4988565" y="5954071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8D00"/>
                </a:solidFill>
              </a:rPr>
              <a:t>Zimbabwe</a:t>
            </a:r>
            <a:endParaRPr lang="en-CH" sz="1200">
              <a:solidFill>
                <a:srgbClr val="FF8D0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4DE931-274A-6981-B230-6354792ED709}"/>
              </a:ext>
            </a:extLst>
          </p:cNvPr>
          <p:cNvCxnSpPr>
            <a:cxnSpLocks/>
          </p:cNvCxnSpPr>
          <p:nvPr/>
        </p:nvCxnSpPr>
        <p:spPr>
          <a:xfrm>
            <a:off x="4889129" y="4007487"/>
            <a:ext cx="459651" cy="0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1FDC93-1CD1-D4A6-3226-0DC99B79A90C}"/>
              </a:ext>
            </a:extLst>
          </p:cNvPr>
          <p:cNvCxnSpPr>
            <a:cxnSpLocks/>
          </p:cNvCxnSpPr>
          <p:nvPr/>
        </p:nvCxnSpPr>
        <p:spPr>
          <a:xfrm flipV="1">
            <a:off x="4552728" y="1753998"/>
            <a:ext cx="584953" cy="1523179"/>
          </a:xfrm>
          <a:prstGeom prst="line">
            <a:avLst/>
          </a:prstGeom>
          <a:ln>
            <a:solidFill>
              <a:srgbClr val="FF8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4041A5-5061-1183-5B79-E3313B6D153A}"/>
              </a:ext>
            </a:extLst>
          </p:cNvPr>
          <p:cNvSpPr txBox="1"/>
          <p:nvPr/>
        </p:nvSpPr>
        <p:spPr>
          <a:xfrm>
            <a:off x="4897536" y="1414442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8D00"/>
                </a:solidFill>
              </a:rPr>
              <a:t>Uganda</a:t>
            </a:r>
            <a:endParaRPr lang="en-CH" sz="1200">
              <a:solidFill>
                <a:srgbClr val="FF8D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0721A0-A75A-D170-2FE3-E7EEA7721DDB}"/>
              </a:ext>
            </a:extLst>
          </p:cNvPr>
          <p:cNvCxnSpPr>
            <a:cxnSpLocks/>
          </p:cNvCxnSpPr>
          <p:nvPr/>
        </p:nvCxnSpPr>
        <p:spPr>
          <a:xfrm>
            <a:off x="5025366" y="3365130"/>
            <a:ext cx="385495" cy="26190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89D1BCA-6F6D-F39E-319D-AE597431D41B}"/>
              </a:ext>
            </a:extLst>
          </p:cNvPr>
          <p:cNvSpPr txBox="1"/>
          <p:nvPr/>
        </p:nvSpPr>
        <p:spPr>
          <a:xfrm>
            <a:off x="5387587" y="3549735"/>
            <a:ext cx="72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6"/>
                </a:solidFill>
              </a:rPr>
              <a:t>Kenya</a:t>
            </a:r>
            <a:endParaRPr lang="en-CH" sz="1200">
              <a:solidFill>
                <a:schemeClr val="accent6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77A27C-163B-BA80-A257-0FF061B6D032}"/>
              </a:ext>
            </a:extLst>
          </p:cNvPr>
          <p:cNvCxnSpPr>
            <a:cxnSpLocks/>
          </p:cNvCxnSpPr>
          <p:nvPr/>
        </p:nvCxnSpPr>
        <p:spPr>
          <a:xfrm>
            <a:off x="4402631" y="5600112"/>
            <a:ext cx="465618" cy="63095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F30B7FD-B0AB-E966-2E39-A65A603C80F1}"/>
              </a:ext>
            </a:extLst>
          </p:cNvPr>
          <p:cNvSpPr txBox="1"/>
          <p:nvPr/>
        </p:nvSpPr>
        <p:spPr>
          <a:xfrm>
            <a:off x="4795244" y="6190531"/>
            <a:ext cx="911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6"/>
                </a:solidFill>
              </a:rPr>
              <a:t>Eswatini</a:t>
            </a:r>
            <a:endParaRPr lang="en-CH" sz="1200">
              <a:solidFill>
                <a:schemeClr val="accent6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A8B3FE-C6B2-A7D2-6E3C-28B8366E8D1A}"/>
              </a:ext>
            </a:extLst>
          </p:cNvPr>
          <p:cNvCxnSpPr>
            <a:cxnSpLocks/>
          </p:cNvCxnSpPr>
          <p:nvPr/>
        </p:nvCxnSpPr>
        <p:spPr>
          <a:xfrm>
            <a:off x="2514603" y="4488741"/>
            <a:ext cx="1493508" cy="12413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7A00AB9-92EF-48F9-D567-01C16397A845}"/>
              </a:ext>
            </a:extLst>
          </p:cNvPr>
          <p:cNvSpPr txBox="1"/>
          <p:nvPr/>
        </p:nvSpPr>
        <p:spPr>
          <a:xfrm>
            <a:off x="1825535" y="4319221"/>
            <a:ext cx="797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6"/>
                </a:solidFill>
              </a:rPr>
              <a:t>Zambia</a:t>
            </a:r>
            <a:endParaRPr lang="en-CH" sz="1200">
              <a:solidFill>
                <a:schemeClr val="accent6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1FA190-318E-E812-D619-E64CB17C76C2}"/>
              </a:ext>
            </a:extLst>
          </p:cNvPr>
          <p:cNvCxnSpPr>
            <a:cxnSpLocks/>
          </p:cNvCxnSpPr>
          <p:nvPr/>
        </p:nvCxnSpPr>
        <p:spPr>
          <a:xfrm flipV="1">
            <a:off x="4671737" y="4306663"/>
            <a:ext cx="733536" cy="35289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A8997E5-50CC-186B-D18E-AA6F29F5053E}"/>
              </a:ext>
            </a:extLst>
          </p:cNvPr>
          <p:cNvSpPr txBox="1"/>
          <p:nvPr/>
        </p:nvSpPr>
        <p:spPr>
          <a:xfrm>
            <a:off x="5387588" y="4071544"/>
            <a:ext cx="72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6"/>
                </a:solidFill>
              </a:rPr>
              <a:t>Malawi</a:t>
            </a:r>
            <a:endParaRPr lang="en-CH" sz="1200">
              <a:solidFill>
                <a:schemeClr val="accent6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5DEF8C-8038-029A-63E8-F66F9296B139}"/>
              </a:ext>
            </a:extLst>
          </p:cNvPr>
          <p:cNvCxnSpPr>
            <a:cxnSpLocks/>
          </p:cNvCxnSpPr>
          <p:nvPr/>
        </p:nvCxnSpPr>
        <p:spPr>
          <a:xfrm>
            <a:off x="4561780" y="5158091"/>
            <a:ext cx="557174" cy="62565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B847C6F-158D-712B-A489-EAB069014DDC}"/>
              </a:ext>
            </a:extLst>
          </p:cNvPr>
          <p:cNvSpPr txBox="1"/>
          <p:nvPr/>
        </p:nvSpPr>
        <p:spPr>
          <a:xfrm>
            <a:off x="5055155" y="5707801"/>
            <a:ext cx="1184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6"/>
                </a:solidFill>
              </a:rPr>
              <a:t>Mozambique</a:t>
            </a:r>
            <a:endParaRPr lang="en-CH" sz="1200">
              <a:solidFill>
                <a:schemeClr val="accent6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766200-FA41-D08D-236A-4ACC0348F323}"/>
              </a:ext>
            </a:extLst>
          </p:cNvPr>
          <p:cNvSpPr/>
          <p:nvPr/>
        </p:nvSpPr>
        <p:spPr>
          <a:xfrm>
            <a:off x="7527073" y="1823694"/>
            <a:ext cx="174172" cy="217715"/>
          </a:xfrm>
          <a:prstGeom prst="rect">
            <a:avLst/>
          </a:prstGeom>
          <a:solidFill>
            <a:srgbClr val="4DAF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72A274-7753-BDC3-A8FB-A6036D7DE7C1}"/>
              </a:ext>
            </a:extLst>
          </p:cNvPr>
          <p:cNvSpPr/>
          <p:nvPr/>
        </p:nvSpPr>
        <p:spPr>
          <a:xfrm>
            <a:off x="7498503" y="2735713"/>
            <a:ext cx="174172" cy="217715"/>
          </a:xfrm>
          <a:prstGeom prst="rect">
            <a:avLst/>
          </a:prstGeom>
          <a:solidFill>
            <a:srgbClr val="FD8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E7BAE2-1892-EC1D-40F3-6F65765A4186}"/>
              </a:ext>
            </a:extLst>
          </p:cNvPr>
          <p:cNvSpPr txBox="1"/>
          <p:nvPr/>
        </p:nvSpPr>
        <p:spPr>
          <a:xfrm>
            <a:off x="7794627" y="1691441"/>
            <a:ext cx="353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>
                <a:solidFill>
                  <a:schemeClr val="bg1"/>
                </a:solidFill>
              </a:rPr>
              <a:t>Baseline data values reviewed and updated by in-country teams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EFD778-0CA0-5538-0DEF-0F45BF941ED4}"/>
              </a:ext>
            </a:extLst>
          </p:cNvPr>
          <p:cNvSpPr txBox="1"/>
          <p:nvPr/>
        </p:nvSpPr>
        <p:spPr>
          <a:xfrm>
            <a:off x="7751769" y="2624359"/>
            <a:ext cx="353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Baseline data values from publicly available resources and literature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EF3AD2F-4704-B698-5AB9-756F3271F92E}"/>
              </a:ext>
            </a:extLst>
          </p:cNvPr>
          <p:cNvSpPr/>
          <p:nvPr/>
        </p:nvSpPr>
        <p:spPr>
          <a:xfrm>
            <a:off x="77118" y="6100029"/>
            <a:ext cx="760164" cy="64257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AA11C8-E0D7-7F10-E120-C2EFCB03CA93}"/>
              </a:ext>
            </a:extLst>
          </p:cNvPr>
          <p:cNvSpPr txBox="1"/>
          <p:nvPr/>
        </p:nvSpPr>
        <p:spPr>
          <a:xfrm>
            <a:off x="5405273" y="3857149"/>
            <a:ext cx="1268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8D00"/>
                </a:solidFill>
              </a:rPr>
              <a:t>Tanzania</a:t>
            </a:r>
            <a:endParaRPr lang="en-CH" sz="1200">
              <a:solidFill>
                <a:srgbClr val="FF8D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32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A6965-AB9E-3E21-028B-6421236D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FA5AE-BF34-111F-5BD8-F7F1060DDE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6336" y="687854"/>
            <a:ext cx="9388999" cy="5455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AB8D78-2B2B-0C2E-C788-5E6FF97E6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33" y="145184"/>
            <a:ext cx="1393825" cy="13938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0AC779-1104-288E-6261-48F3A4B552D4}"/>
              </a:ext>
            </a:extLst>
          </p:cNvPr>
          <p:cNvSpPr/>
          <p:nvPr/>
        </p:nvSpPr>
        <p:spPr>
          <a:xfrm flipV="1">
            <a:off x="4533363" y="1800462"/>
            <a:ext cx="771974" cy="234399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526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D71131-EDFF-1DA1-D86D-56BE80EF1E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62202" y="2115046"/>
            <a:ext cx="4249251" cy="16568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6EF651-5B94-7EF5-1A42-8B1299A37CC5}"/>
              </a:ext>
            </a:extLst>
          </p:cNvPr>
          <p:cNvSpPr txBox="1">
            <a:spLocks/>
          </p:cNvSpPr>
          <p:nvPr/>
        </p:nvSpPr>
        <p:spPr>
          <a:xfrm>
            <a:off x="350982" y="507850"/>
            <a:ext cx="6509032" cy="1260000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Then it’s time to play – </a:t>
            </a:r>
          </a:p>
          <a:p>
            <a:r>
              <a:rPr lang="en-US">
                <a:solidFill>
                  <a:schemeClr val="tx2"/>
                </a:solidFill>
              </a:rPr>
              <a:t>or build scenarios</a:t>
            </a:r>
            <a:endParaRPr lang="en-CH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4510B-92B4-D47D-D8C1-86E23E697245}"/>
              </a:ext>
            </a:extLst>
          </p:cNvPr>
          <p:cNvSpPr txBox="1">
            <a:spLocks/>
          </p:cNvSpPr>
          <p:nvPr/>
        </p:nvSpPr>
        <p:spPr>
          <a:xfrm>
            <a:off x="350982" y="1932854"/>
            <a:ext cx="5843588" cy="4079872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Adapt the coverage of different interventions (populate different scenarios for comparison)</a:t>
            </a:r>
          </a:p>
          <a:p>
            <a:r>
              <a:rPr lang="en-US"/>
              <a:t>Add more interventions, and/or take some away</a:t>
            </a:r>
          </a:p>
          <a:p>
            <a:endParaRPr lang="en-US"/>
          </a:p>
          <a:p>
            <a:endParaRPr lang="en-CH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941643-D1C4-C471-ED3A-488F58225C73}"/>
              </a:ext>
            </a:extLst>
          </p:cNvPr>
          <p:cNvSpPr txBox="1">
            <a:spLocks/>
          </p:cNvSpPr>
          <p:nvPr/>
        </p:nvSpPr>
        <p:spPr>
          <a:xfrm>
            <a:off x="350982" y="4856930"/>
            <a:ext cx="6097131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>
                <a:solidFill>
                  <a:schemeClr val="tx2"/>
                </a:solidFill>
                <a:latin typeface="+mj-lt"/>
              </a:rPr>
              <a:t>With this information</a:t>
            </a:r>
            <a:r>
              <a:rPr lang="en-US" sz="2400" b="0">
                <a:solidFill>
                  <a:schemeClr val="tx2"/>
                </a:solidFill>
              </a:rPr>
              <a:t>, more and less of different interventions, </a:t>
            </a:r>
            <a:r>
              <a:rPr lang="en-US" sz="2400" b="0">
                <a:solidFill>
                  <a:schemeClr val="tx2"/>
                </a:solidFill>
                <a:latin typeface="+mj-lt"/>
              </a:rPr>
              <a:t>TIER-Plus can then compare the impact</a:t>
            </a:r>
            <a:r>
              <a:rPr lang="en-US" sz="2400" b="0">
                <a:solidFill>
                  <a:schemeClr val="tx2"/>
                </a:solidFill>
              </a:rPr>
              <a:t> on costs and outcomes</a:t>
            </a:r>
          </a:p>
        </p:txBody>
      </p:sp>
      <p:pic>
        <p:nvPicPr>
          <p:cNvPr id="5" name="Picture 2" descr="177+ Thousand Circle Dial Royalty-Free Images, Stock Photos &amp; Pictures |  Shutterstock">
            <a:extLst>
              <a:ext uri="{FF2B5EF4-FFF2-40B4-BE49-F238E27FC236}">
                <a16:creationId xmlns:a16="http://schemas.microsoft.com/office/drawing/2014/main" id="{6DA56F3F-D964-E50A-B8C6-920E2F7D9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54938" y="3182239"/>
            <a:ext cx="3689217" cy="122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5D310FB-DCE8-935D-AEAC-C1E443E36F22}"/>
              </a:ext>
            </a:extLst>
          </p:cNvPr>
          <p:cNvSpPr txBox="1">
            <a:spLocks/>
          </p:cNvSpPr>
          <p:nvPr/>
        </p:nvSpPr>
        <p:spPr bwMode="gray">
          <a:xfrm>
            <a:off x="7187135" y="507850"/>
            <a:ext cx="2695430" cy="14250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220663" indent="-220663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5638" indent="-2127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85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71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57200">
              <a:spcAft>
                <a:spcPts val="600"/>
              </a:spcAft>
            </a:pPr>
            <a:r>
              <a:rPr lang="en-US" sz="1800">
                <a:latin typeface="+mj-lt"/>
                <a:cs typeface="Arial"/>
              </a:rPr>
              <a:t>For example:</a:t>
            </a:r>
          </a:p>
          <a:p>
            <a:pPr marL="285750" indent="-285750" algn="l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>
                <a:cs typeface="Arial"/>
              </a:rPr>
              <a:t>Scenario 1: Reducing condoms while increasing lenacapavir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0E69592-3382-F5C9-C3D9-2A0852EBEEF4}"/>
              </a:ext>
            </a:extLst>
          </p:cNvPr>
          <p:cNvSpPr txBox="1">
            <a:spLocks/>
          </p:cNvSpPr>
          <p:nvPr/>
        </p:nvSpPr>
        <p:spPr>
          <a:xfrm>
            <a:off x="9882564" y="548114"/>
            <a:ext cx="2309435" cy="1425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/>
              <a:t>Scenario 2: halve community testing</a:t>
            </a:r>
          </a:p>
          <a:p>
            <a:endParaRPr lang="en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B620E-70D6-6EF0-71A6-636BBB2C07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62202" y="3964422"/>
            <a:ext cx="4247891" cy="23873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10EC67-B6B4-00FF-E79F-310421EBDC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62202" y="2039814"/>
            <a:ext cx="901700" cy="23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8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D33299-F8C7-7383-939C-DA04D6E9F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6336" y="687854"/>
            <a:ext cx="9388999" cy="5455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F47EA4-23CC-0903-3DEF-B43963571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33" y="159039"/>
            <a:ext cx="1393825" cy="1393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9E90AE-C72D-BFB4-49C8-E090F4CCBDDD}"/>
              </a:ext>
            </a:extLst>
          </p:cNvPr>
          <p:cNvSpPr/>
          <p:nvPr/>
        </p:nvSpPr>
        <p:spPr>
          <a:xfrm flipV="1">
            <a:off x="5295477" y="1788120"/>
            <a:ext cx="1159859" cy="25359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824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F76847-ED85-43C7-2355-2E1E713ECDE9}"/>
              </a:ext>
            </a:extLst>
          </p:cNvPr>
          <p:cNvSpPr txBox="1">
            <a:spLocks/>
          </p:cNvSpPr>
          <p:nvPr/>
        </p:nvSpPr>
        <p:spPr>
          <a:xfrm>
            <a:off x="371154" y="485305"/>
            <a:ext cx="10115506" cy="1260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What TIER-Plus produces (outputs) 1/3</a:t>
            </a:r>
            <a:endParaRPr lang="en-CH">
              <a:solidFill>
                <a:schemeClr val="tx2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E01B67-487C-62E9-4E6D-F08FD90DAFDB}"/>
              </a:ext>
            </a:extLst>
          </p:cNvPr>
          <p:cNvSpPr txBox="1">
            <a:spLocks/>
          </p:cNvSpPr>
          <p:nvPr/>
        </p:nvSpPr>
        <p:spPr>
          <a:xfrm>
            <a:off x="442913" y="3054389"/>
            <a:ext cx="6192837" cy="51285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a. Progress towards 95-95-95s</a:t>
            </a:r>
          </a:p>
          <a:p>
            <a:endParaRPr lang="en-CH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669E71-965B-4879-A7F2-5AB686A0E9C5}"/>
              </a:ext>
            </a:extLst>
          </p:cNvPr>
          <p:cNvSpPr txBox="1">
            <a:spLocks/>
          </p:cNvSpPr>
          <p:nvPr/>
        </p:nvSpPr>
        <p:spPr bwMode="gray">
          <a:xfrm>
            <a:off x="6662146" y="2988027"/>
            <a:ext cx="5086941" cy="512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0663" indent="-2206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5638" indent="-2127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85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71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b. Key epidemiological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341C8-6F5F-275B-C212-FCDB8F9A6C7C}"/>
              </a:ext>
            </a:extLst>
          </p:cNvPr>
          <p:cNvSpPr txBox="1"/>
          <p:nvPr/>
        </p:nvSpPr>
        <p:spPr>
          <a:xfrm>
            <a:off x="442913" y="2031579"/>
            <a:ext cx="436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>
                <a:solidFill>
                  <a:schemeClr val="tx2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en-US" sz="2400">
                <a:solidFill>
                  <a:schemeClr val="tx2"/>
                </a:solidFill>
                <a:latin typeface="+mj-lt"/>
              </a:rPr>
              <a:t>Two scenarios compared to the baseline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9ADC7-44B0-BC96-5EA7-FEF1DA792B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1154" y="3567239"/>
            <a:ext cx="5509408" cy="2442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721A70-8448-EE31-CD3C-41D4AB04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19"/>
          <a:stretch>
            <a:fillRect/>
          </a:stretch>
        </p:blipFill>
        <p:spPr>
          <a:xfrm>
            <a:off x="6105978" y="3567239"/>
            <a:ext cx="5950453" cy="2442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4E3CF4-9BEB-DC36-8EB4-2BE44F4A4CCF}"/>
              </a:ext>
            </a:extLst>
          </p:cNvPr>
          <p:cNvSpPr txBox="1"/>
          <p:nvPr/>
        </p:nvSpPr>
        <p:spPr>
          <a:xfrm>
            <a:off x="9431723" y="2030515"/>
            <a:ext cx="21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b="1" i="1"/>
              <a:t>1-year outputs</a:t>
            </a:r>
          </a:p>
        </p:txBody>
      </p:sp>
    </p:spTree>
    <p:extLst>
      <p:ext uri="{BB962C8B-B14F-4D97-AF65-F5344CB8AC3E}">
        <p14:creationId xmlns:p14="http://schemas.microsoft.com/office/powerpoint/2010/main" val="56701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4D45-7028-2958-DD00-B6A5B6AD3BC3}"/>
              </a:ext>
            </a:extLst>
          </p:cNvPr>
          <p:cNvSpPr txBox="1">
            <a:spLocks/>
          </p:cNvSpPr>
          <p:nvPr/>
        </p:nvSpPr>
        <p:spPr>
          <a:xfrm>
            <a:off x="463189" y="744630"/>
            <a:ext cx="9750177" cy="1260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What TIER-Plus produces (outputs) 2/3</a:t>
            </a:r>
            <a:endParaRPr lang="en-CH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52CD5-23EA-47A8-42E4-B880D6912394}"/>
              </a:ext>
            </a:extLst>
          </p:cNvPr>
          <p:cNvSpPr txBox="1">
            <a:spLocks/>
          </p:cNvSpPr>
          <p:nvPr/>
        </p:nvSpPr>
        <p:spPr>
          <a:xfrm>
            <a:off x="442913" y="2447078"/>
            <a:ext cx="6192837" cy="5128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c. Health outcomes (relative to baseline)</a:t>
            </a:r>
            <a:endParaRPr lang="en-CH" sz="20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18AE44-502F-4AC5-EFFF-A8C727EB2207}"/>
              </a:ext>
            </a:extLst>
          </p:cNvPr>
          <p:cNvSpPr txBox="1">
            <a:spLocks/>
          </p:cNvSpPr>
          <p:nvPr/>
        </p:nvSpPr>
        <p:spPr bwMode="gray">
          <a:xfrm>
            <a:off x="6662146" y="2447078"/>
            <a:ext cx="5086941" cy="512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0663" indent="-2206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5638" indent="-2127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85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71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d. Cost analysis</a:t>
            </a:r>
            <a:endParaRPr lang="en-CH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52DB9A-C033-07E3-E311-13A70DD27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45" y="2925283"/>
            <a:ext cx="5587256" cy="2128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78A8F9-5CEF-3889-038A-93CD4FA58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883" y="2959928"/>
            <a:ext cx="5086941" cy="270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1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DBE2-68FA-815F-6921-E2ABB1B34221}"/>
              </a:ext>
            </a:extLst>
          </p:cNvPr>
          <p:cNvSpPr txBox="1">
            <a:spLocks/>
          </p:cNvSpPr>
          <p:nvPr/>
        </p:nvSpPr>
        <p:spPr>
          <a:xfrm>
            <a:off x="442913" y="511180"/>
            <a:ext cx="9857414" cy="1260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What TIER-Plus produces (outputs) 3/3</a:t>
            </a:r>
            <a:endParaRPr lang="en-CH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B14DD-B37D-2046-5738-FF104AC221D4}"/>
              </a:ext>
            </a:extLst>
          </p:cNvPr>
          <p:cNvSpPr txBox="1">
            <a:spLocks/>
          </p:cNvSpPr>
          <p:nvPr/>
        </p:nvSpPr>
        <p:spPr>
          <a:xfrm>
            <a:off x="647701" y="1771180"/>
            <a:ext cx="6192837" cy="5128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e. Impact on HIV care cascade</a:t>
            </a:r>
            <a:endParaRPr lang="en-CH" sz="20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7010C8-2B06-3D31-5CFE-9FEB39F1CF62}"/>
              </a:ext>
            </a:extLst>
          </p:cNvPr>
          <p:cNvSpPr txBox="1">
            <a:spLocks/>
          </p:cNvSpPr>
          <p:nvPr/>
        </p:nvSpPr>
        <p:spPr bwMode="gray">
          <a:xfrm>
            <a:off x="5884378" y="1771180"/>
            <a:ext cx="5086941" cy="512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0663" indent="-2206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5638" indent="-2127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85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7125" indent="-2349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f. Cost breakdown</a:t>
            </a:r>
            <a:endParaRPr lang="en-CH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E0C8A-3928-44D8-6E99-D55B60B4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2913" y="2284030"/>
            <a:ext cx="4921623" cy="34371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560F67-3109-D1F9-D046-1D39F90AA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4377" y="2334409"/>
            <a:ext cx="5864709" cy="333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8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81C2D-8717-268B-76E9-3DD5D97C6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6336" y="687854"/>
            <a:ext cx="9388999" cy="5455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90D206-926C-DA24-2BE7-8BD26E88C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9" y="5146675"/>
            <a:ext cx="1393825" cy="1393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FA4D1D-304E-7563-610A-772D0FA7910D}"/>
              </a:ext>
            </a:extLst>
          </p:cNvPr>
          <p:cNvSpPr/>
          <p:nvPr/>
        </p:nvSpPr>
        <p:spPr>
          <a:xfrm flipV="1">
            <a:off x="6466902" y="1790360"/>
            <a:ext cx="872988" cy="27152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88000" rIns="288000" bIns="288000" rtlCol="0" anchor="t"/>
          <a:lstStyle/>
          <a:p>
            <a:pPr algn="l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166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A1A3-22F7-B281-3563-91E4C2B56C5F}"/>
              </a:ext>
            </a:extLst>
          </p:cNvPr>
          <p:cNvSpPr txBox="1">
            <a:spLocks/>
          </p:cNvSpPr>
          <p:nvPr/>
        </p:nvSpPr>
        <p:spPr>
          <a:xfrm>
            <a:off x="1080654" y="539419"/>
            <a:ext cx="10709563" cy="1260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What if you want to adjust the assumptions?</a:t>
            </a:r>
            <a:endParaRPr lang="en-CH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44B044-2B72-F519-62D0-67117DB27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194" y="1799419"/>
            <a:ext cx="6858000" cy="457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0ACAE2-A4FF-0B97-7548-EDD996AE9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33902" y="1473379"/>
            <a:ext cx="8674583" cy="467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1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6B8D-B9CA-A351-8468-6B4D1A2F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TIER-Plus </a:t>
            </a:r>
            <a:r>
              <a:rPr lang="en-US">
                <a:solidFill>
                  <a:schemeClr val="accent6"/>
                </a:solidFill>
              </a:rPr>
              <a:t>can</a:t>
            </a:r>
            <a:r>
              <a:rPr lang="en-US"/>
              <a:t> and </a:t>
            </a:r>
            <a:r>
              <a:rPr lang="en-US">
                <a:solidFill>
                  <a:schemeClr val="accent4"/>
                </a:solidFill>
              </a:rPr>
              <a:t>cannot</a:t>
            </a:r>
            <a:r>
              <a:rPr lang="en-US"/>
              <a:t>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5870D-2F32-847D-60EC-A1DEE7F819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99020" y="2694962"/>
            <a:ext cx="5028943" cy="4738688"/>
          </a:xfrm>
        </p:spPr>
        <p:txBody>
          <a:bodyPr/>
          <a:lstStyle/>
          <a:p>
            <a:r>
              <a:rPr lang="en-ZA"/>
              <a:t>✅ </a:t>
            </a:r>
            <a:r>
              <a:rPr lang="en-NL"/>
              <a:t>Support decision making conversations</a:t>
            </a:r>
            <a:r>
              <a:rPr lang="en-US"/>
              <a:t> at a national level</a:t>
            </a:r>
          </a:p>
          <a:p>
            <a:endParaRPr lang="en-US"/>
          </a:p>
          <a:p>
            <a:r>
              <a:rPr lang="en-ZA"/>
              <a:t>✅ </a:t>
            </a:r>
            <a:r>
              <a:rPr lang="en-US"/>
              <a:t>Look at the impact across the cascade of multiple interventions</a:t>
            </a:r>
            <a:endParaRPr lang="en-NL"/>
          </a:p>
          <a:p>
            <a:endParaRPr lang="en-NL"/>
          </a:p>
          <a:p>
            <a:r>
              <a:rPr lang="en-ZA"/>
              <a:t>✅ </a:t>
            </a:r>
            <a:r>
              <a:rPr lang="en-NL"/>
              <a:t>Give an understanding of relative impact of different interventions</a:t>
            </a:r>
            <a:r>
              <a:rPr lang="en-US"/>
              <a:t> on both outcomes and cost</a:t>
            </a:r>
            <a:endParaRPr lang="en-NL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EB6E8-D362-A6A9-25EE-AF6106233BF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7789" y="2698299"/>
            <a:ext cx="4479012" cy="4738688"/>
          </a:xfrm>
        </p:spPr>
        <p:txBody>
          <a:bodyPr/>
          <a:lstStyle/>
          <a:p>
            <a:r>
              <a:rPr lang="en-ZA"/>
              <a:t>❌ </a:t>
            </a:r>
            <a:r>
              <a:rPr lang="en-NL"/>
              <a:t>Provide exact cost estimates for budgeting</a:t>
            </a:r>
          </a:p>
          <a:p>
            <a:endParaRPr lang="en-NL"/>
          </a:p>
          <a:p>
            <a:r>
              <a:rPr lang="en-ZA"/>
              <a:t>❌ </a:t>
            </a:r>
            <a:r>
              <a:rPr lang="en-NL"/>
              <a:t>Give long</a:t>
            </a:r>
            <a:r>
              <a:rPr lang="en-US"/>
              <a:t>-</a:t>
            </a:r>
            <a:r>
              <a:rPr lang="en-NL"/>
              <a:t>term estimates on epidemic impact</a:t>
            </a:r>
            <a:br>
              <a:rPr lang="en-US"/>
            </a:br>
            <a:endParaRPr lang="en-US"/>
          </a:p>
          <a:p>
            <a:r>
              <a:rPr lang="en-ZA"/>
              <a:t>❌ </a:t>
            </a:r>
            <a:r>
              <a:rPr lang="en-US"/>
              <a:t>Replace intervention-specific planning (use DMPPT, PrEP-it, etc.)</a:t>
            </a:r>
          </a:p>
          <a:p>
            <a:endParaRPr lang="en-US" sz="2400"/>
          </a:p>
          <a:p>
            <a:r>
              <a:rPr lang="en-ZA" sz="2400"/>
              <a:t>❌ </a:t>
            </a:r>
            <a:r>
              <a:rPr lang="en-US" sz="2400"/>
              <a:t>INTEGRATION</a:t>
            </a:r>
            <a:endParaRPr lang="en-NL" sz="2400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6EE3A1-DECC-0E23-B3AF-C5C1F8AB49C9}"/>
              </a:ext>
            </a:extLst>
          </p:cNvPr>
          <p:cNvSpPr txBox="1">
            <a:spLocks/>
          </p:cNvSpPr>
          <p:nvPr/>
        </p:nvSpPr>
        <p:spPr>
          <a:xfrm>
            <a:off x="442913" y="1652224"/>
            <a:ext cx="5358797" cy="126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Arial"/>
              </a:defRPr>
            </a:lvl1pPr>
          </a:lstStyle>
          <a:p>
            <a:r>
              <a:rPr lang="en-ZA" sz="3000">
                <a:latin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NL" sz="3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TIER-</a:t>
            </a:r>
            <a:r>
              <a:rPr lang="en-US" sz="3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NL" sz="3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lus </a:t>
            </a:r>
            <a:r>
              <a:rPr lang="en-NL" sz="300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NL" sz="3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NL" sz="3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055996-0A27-5C53-99E0-506CBBD41F99}"/>
              </a:ext>
            </a:extLst>
          </p:cNvPr>
          <p:cNvSpPr txBox="1">
            <a:spLocks/>
          </p:cNvSpPr>
          <p:nvPr/>
        </p:nvSpPr>
        <p:spPr bwMode="gray">
          <a:xfrm>
            <a:off x="6177789" y="1776915"/>
            <a:ext cx="5655913" cy="12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n-ZA" sz="3000">
                <a:latin typeface="+mj-lt"/>
              </a:rPr>
              <a:t>❌ </a:t>
            </a:r>
            <a:r>
              <a:rPr lang="en-NL" sz="3000">
                <a:latin typeface="+mj-lt"/>
              </a:rPr>
              <a:t>What TIER-</a:t>
            </a:r>
            <a:r>
              <a:rPr lang="en-US" sz="3000">
                <a:latin typeface="+mj-lt"/>
              </a:rPr>
              <a:t>P</a:t>
            </a:r>
            <a:r>
              <a:rPr lang="en-NL" sz="3000">
                <a:latin typeface="+mj-lt"/>
              </a:rPr>
              <a:t>lus </a:t>
            </a:r>
            <a:r>
              <a:rPr lang="en-NL" sz="3000">
                <a:solidFill>
                  <a:schemeClr val="accent4"/>
                </a:solidFill>
                <a:latin typeface="+mj-lt"/>
              </a:rPr>
              <a:t>cannot</a:t>
            </a:r>
            <a:r>
              <a:rPr lang="en-NL" sz="3000">
                <a:latin typeface="+mj-lt"/>
              </a:rPr>
              <a:t> do</a:t>
            </a:r>
          </a:p>
        </p:txBody>
      </p:sp>
    </p:spTree>
    <p:extLst>
      <p:ext uri="{BB962C8B-B14F-4D97-AF65-F5344CB8AC3E}">
        <p14:creationId xmlns:p14="http://schemas.microsoft.com/office/powerpoint/2010/main" val="345014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73DE-FD0E-8A44-0B00-9343BC62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TIER-Plus pilot, launch and feedback collection (so far)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CA40E6F-0C21-7015-8E18-AB104E059781}"/>
              </a:ext>
            </a:extLst>
          </p:cNvPr>
          <p:cNvGrpSpPr/>
          <p:nvPr/>
        </p:nvGrpSpPr>
        <p:grpSpPr>
          <a:xfrm>
            <a:off x="1964317" y="2137149"/>
            <a:ext cx="9540719" cy="2873777"/>
            <a:chOff x="1682437" y="1807366"/>
            <a:chExt cx="9540719" cy="287377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BAA1402-F122-A67D-AF8E-843D01992C42}"/>
                </a:ext>
              </a:extLst>
            </p:cNvPr>
            <p:cNvCxnSpPr>
              <a:cxnSpLocks/>
            </p:cNvCxnSpPr>
            <p:nvPr/>
          </p:nvCxnSpPr>
          <p:spPr>
            <a:xfrm>
              <a:off x="1682437" y="2274758"/>
              <a:ext cx="9426336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1E3673-C35C-8822-0B8E-8E51F4924608}"/>
                </a:ext>
              </a:extLst>
            </p:cNvPr>
            <p:cNvCxnSpPr>
              <a:cxnSpLocks/>
            </p:cNvCxnSpPr>
            <p:nvPr/>
          </p:nvCxnSpPr>
          <p:spPr>
            <a:xfrm>
              <a:off x="1682437" y="2096958"/>
              <a:ext cx="0" cy="35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66BA82B-72F3-5EE4-F98B-8A5307E595BF}"/>
                </a:ext>
              </a:extLst>
            </p:cNvPr>
            <p:cNvCxnSpPr/>
            <p:nvPr/>
          </p:nvCxnSpPr>
          <p:spPr>
            <a:xfrm>
              <a:off x="3931864" y="2096958"/>
              <a:ext cx="0" cy="35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D78DCD-6C1A-2BCC-8786-7598F281507A}"/>
                </a:ext>
              </a:extLst>
            </p:cNvPr>
            <p:cNvSpPr txBox="1"/>
            <p:nvPr/>
          </p:nvSpPr>
          <p:spPr>
            <a:xfrm>
              <a:off x="2029602" y="1816526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/>
                <a:t>Initial pilot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AAE7CF0-D6AF-575D-70A5-A611EF8E71D8}"/>
                </a:ext>
              </a:extLst>
            </p:cNvPr>
            <p:cNvSpPr txBox="1"/>
            <p:nvPr/>
          </p:nvSpPr>
          <p:spPr>
            <a:xfrm>
              <a:off x="1864988" y="2372819"/>
              <a:ext cx="206687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/>
                <a:t>Pilot phase with team members from Zambia, Malawi &amp; Mozambique</a:t>
              </a:r>
            </a:p>
            <a:p>
              <a:endParaRPr lang="en-GB"/>
            </a:p>
            <a:p>
              <a:r>
                <a:rPr lang="en-GB"/>
                <a:t>Feedback: survey responses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7176B9-4D40-F02F-EBDC-19228C4B3A38}"/>
                </a:ext>
              </a:extLst>
            </p:cNvPr>
            <p:cNvSpPr txBox="1"/>
            <p:nvPr/>
          </p:nvSpPr>
          <p:spPr>
            <a:xfrm>
              <a:off x="4210581" y="1819242"/>
              <a:ext cx="1554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/>
                <a:t>Tier Updates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B16AC1-9B50-F1E6-393D-79E85DF91975}"/>
                </a:ext>
              </a:extLst>
            </p:cNvPr>
            <p:cNvSpPr txBox="1"/>
            <p:nvPr/>
          </p:nvSpPr>
          <p:spPr>
            <a:xfrm>
              <a:off x="4114414" y="2363658"/>
              <a:ext cx="206687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/>
                <a:t>Update several elements of TIER-Plus based on pilot feedback (not all)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707BED-1C54-C0FD-06EC-8CA0D1F59F9B}"/>
                </a:ext>
              </a:extLst>
            </p:cNvPr>
            <p:cNvCxnSpPr/>
            <p:nvPr/>
          </p:nvCxnSpPr>
          <p:spPr>
            <a:xfrm>
              <a:off x="6188229" y="2096958"/>
              <a:ext cx="0" cy="35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2D1B4CC-142A-DA23-0E89-5907207B895E}"/>
                </a:ext>
              </a:extLst>
            </p:cNvPr>
            <p:cNvCxnSpPr/>
            <p:nvPr/>
          </p:nvCxnSpPr>
          <p:spPr>
            <a:xfrm>
              <a:off x="8446401" y="2096958"/>
              <a:ext cx="0" cy="35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D104BE1-464A-66C0-85FD-EF3A6C1DE6A8}"/>
                </a:ext>
              </a:extLst>
            </p:cNvPr>
            <p:cNvSpPr txBox="1"/>
            <p:nvPr/>
          </p:nvSpPr>
          <p:spPr>
            <a:xfrm>
              <a:off x="6426792" y="1824026"/>
              <a:ext cx="20039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/>
                <a:t>Launch AIDS 2026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1C76C3-F4EB-BC1E-97F6-49B9049B81BE}"/>
                </a:ext>
              </a:extLst>
            </p:cNvPr>
            <p:cNvSpPr txBox="1"/>
            <p:nvPr/>
          </p:nvSpPr>
          <p:spPr>
            <a:xfrm>
              <a:off x="6363839" y="2363658"/>
              <a:ext cx="206687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/>
                <a:t>TIER-Plus launched at AIDS 2026.</a:t>
              </a:r>
            </a:p>
            <a:p>
              <a:endParaRPr lang="en-GB"/>
            </a:p>
            <a:p>
              <a:r>
                <a:rPr lang="en-GB"/>
                <a:t>Symposium and several workshops to collect further feedback from new and prior users</a:t>
              </a:r>
            </a:p>
          </p:txBody>
        </p:sp>
        <p:sp>
          <p:nvSpPr>
            <p:cNvPr id="30" name="Triangle 29">
              <a:extLst>
                <a:ext uri="{FF2B5EF4-FFF2-40B4-BE49-F238E27FC236}">
                  <a16:creationId xmlns:a16="http://schemas.microsoft.com/office/drawing/2014/main" id="{28742AD1-D6BE-F8BB-9A3B-260D6FB19C75}"/>
                </a:ext>
              </a:extLst>
            </p:cNvPr>
            <p:cNvSpPr/>
            <p:nvPr/>
          </p:nvSpPr>
          <p:spPr>
            <a:xfrm rot="5400000">
              <a:off x="10912839" y="2156918"/>
              <a:ext cx="344774" cy="275861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96F05D-830A-493C-12C4-221E434B4D58}"/>
                </a:ext>
              </a:extLst>
            </p:cNvPr>
            <p:cNvSpPr txBox="1"/>
            <p:nvPr/>
          </p:nvSpPr>
          <p:spPr>
            <a:xfrm>
              <a:off x="8669275" y="1807366"/>
              <a:ext cx="20039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/>
                <a:t>Tier Updates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EE393C-FFD3-1E01-BA8B-9B8E037B4420}"/>
                </a:ext>
              </a:extLst>
            </p:cNvPr>
            <p:cNvSpPr txBox="1"/>
            <p:nvPr/>
          </p:nvSpPr>
          <p:spPr>
            <a:xfrm>
              <a:off x="8663410" y="2328995"/>
              <a:ext cx="2066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/>
                <a:t>Where we are now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6319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51F4-F9E1-A54B-867E-DABAC680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5AE4-35C8-BDF3-F8CC-CC46B667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piloting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54AE-F156-BD55-D47B-F196AF297C6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840895" y="1096231"/>
            <a:ext cx="5147683" cy="699655"/>
          </a:xfrm>
        </p:spPr>
        <p:txBody>
          <a:bodyPr>
            <a:normAutofit lnSpcReduction="10000"/>
          </a:bodyPr>
          <a:lstStyle/>
          <a:p>
            <a:r>
              <a:rPr lang="en-US"/>
              <a:t>The piloting phase had resulted in several meaningful changes before the AIDS 2026 launch: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E5C0FC-F676-9AAA-F933-03BED49D7BF6}"/>
              </a:ext>
            </a:extLst>
          </p:cNvPr>
          <p:cNvSpPr txBox="1">
            <a:spLocks/>
          </p:cNvSpPr>
          <p:nvPr/>
        </p:nvSpPr>
        <p:spPr>
          <a:xfrm>
            <a:off x="1756321" y="1920010"/>
            <a:ext cx="4339680" cy="4738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/>
              <a:t>✔️ </a:t>
            </a:r>
            <a:r>
              <a:rPr lang="en-NL"/>
              <a:t>PrEP targeting by sub-population</a:t>
            </a:r>
            <a:endParaRPr lang="en-US"/>
          </a:p>
          <a:p>
            <a:endParaRPr lang="en-ZA"/>
          </a:p>
          <a:p>
            <a:r>
              <a:rPr lang="en-ZA"/>
              <a:t>✔️</a:t>
            </a:r>
            <a:r>
              <a:rPr lang="en-NL"/>
              <a:t> Inclusion of 6-monthly clinical visits vs 12- monthly clinical visits</a:t>
            </a:r>
          </a:p>
          <a:p>
            <a:endParaRPr lang="en-ZA"/>
          </a:p>
          <a:p>
            <a:r>
              <a:rPr lang="en-ZA"/>
              <a:t>✔️</a:t>
            </a:r>
            <a:r>
              <a:rPr lang="en-NL"/>
              <a:t>Output including cost breakdown by category of costs</a:t>
            </a:r>
            <a:endParaRPr lang="en-US"/>
          </a:p>
          <a:p>
            <a:endParaRPr lang="en-ZA"/>
          </a:p>
          <a:p>
            <a:r>
              <a:rPr lang="en-ZA"/>
              <a:t>✔️</a:t>
            </a:r>
            <a:r>
              <a:rPr lang="en-NL"/>
              <a:t> Users able to update</a:t>
            </a:r>
            <a:r>
              <a:rPr lang="en-US"/>
              <a:t> cost and effectiveness</a:t>
            </a:r>
            <a:r>
              <a:rPr lang="en-NL"/>
              <a:t> parameters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479EC6-5A43-7C76-25AE-6B39D2C35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11415"/>
            <a:ext cx="5943600" cy="54882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5B1DFA7-D4E6-AAED-F0F8-F1E7D548A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06" y="83713"/>
            <a:ext cx="3119146" cy="242722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240E039-981B-7899-A205-AA869BE47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912" y="3360474"/>
            <a:ext cx="3712934" cy="205260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4C68EDF-E847-AC56-FC22-B3558ED755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901"/>
          <a:stretch>
            <a:fillRect/>
          </a:stretch>
        </p:blipFill>
        <p:spPr>
          <a:xfrm>
            <a:off x="1744562" y="5463200"/>
            <a:ext cx="5340350" cy="1245618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03780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21523-CA32-8DF8-51B7-AE6EC93B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9242-F3A9-67FB-640A-645A4522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316" y="520700"/>
            <a:ext cx="9427583" cy="1607903"/>
          </a:xfrm>
        </p:spPr>
        <p:txBody>
          <a:bodyPr>
            <a:normAutofit/>
          </a:bodyPr>
          <a:lstStyle/>
          <a:p>
            <a:r>
              <a:rPr lang="en-US"/>
              <a:t>Feedback from pilot phase and AIDS sessions generated many other suggestions/additions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FC5F26-6A86-DEB5-E1DD-3996B4E18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148071"/>
              </p:ext>
            </p:extLst>
          </p:nvPr>
        </p:nvGraphicFramePr>
        <p:xfrm>
          <a:off x="1964316" y="1617980"/>
          <a:ext cx="9316922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6922">
                  <a:extLst>
                    <a:ext uri="{9D8B030D-6E8A-4147-A177-3AD203B41FA5}">
                      <a16:colId xmlns:a16="http://schemas.microsoft.com/office/drawing/2014/main" val="2631047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/>
                        <a:t>Feedback</a:t>
                      </a:r>
                      <a:r>
                        <a:rPr lang="en-US"/>
                        <a:t>/ Potential next steps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56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/>
                        <a:t>Adding additional countries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61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/>
                        <a:t>PrEP targeting to pregnant and breastfeeding women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5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Include a third scenario option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27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Greater capabilities to upload and share setting between sessions and team members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39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Expanded documentation on assumptions and sources of data – particularly for cost and effectiveness parameters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23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Expanded list of community interventions and impact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56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Additional cost breakdown by type – HR, commodities, demand creation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218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Subnational models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0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Including adoption of new technologies and policies </a:t>
                      </a:r>
                      <a:r>
                        <a:rPr lang="en-US" err="1"/>
                        <a:t>e.g</a:t>
                      </a:r>
                      <a:r>
                        <a:rPr lang="en-US"/>
                        <a:t> frequency of routine viral loads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17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Projections to 3-years</a:t>
                      </a:r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012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549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08F552F-E5A2-B29D-ACC5-EDED40F3F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857" y="3681248"/>
            <a:ext cx="6387638" cy="2165370"/>
          </a:xfrm>
        </p:spPr>
        <p:txBody>
          <a:bodyPr>
            <a:normAutofit/>
          </a:bodyPr>
          <a:lstStyle/>
          <a:p>
            <a:r>
              <a:rPr lang="en-US"/>
              <a:t>We need and want your feedback to make TIER-plus as useful as possible! </a:t>
            </a:r>
          </a:p>
          <a:p>
            <a:r>
              <a:rPr lang="en-US"/>
              <a:t>What else would you like to see?</a:t>
            </a:r>
          </a:p>
          <a:p>
            <a:endParaRPr lang="en-US"/>
          </a:p>
          <a:p>
            <a:r>
              <a:rPr lang="en-US"/>
              <a:t>Please explore and provide feedback!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2B536B-5521-C932-4B71-14DD12E0B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TIER-Plus is a living tool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BBAB7C-1C55-7F20-F388-32FD0D680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94A8B-018E-AB85-162B-5F1EDBF6C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375" y="1838673"/>
            <a:ext cx="3191201" cy="319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51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2D7A-DA7B-E99F-F651-2D8DC21BA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395663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rgbClr val="000000"/>
      </a:dk1>
      <a:lt1>
        <a:srgbClr val="FFFFFF"/>
      </a:lt1>
      <a:dk2>
        <a:srgbClr val="022069"/>
      </a:dk2>
      <a:lt2>
        <a:srgbClr val="DBDCDC"/>
      </a:lt2>
      <a:accent1>
        <a:srgbClr val="00B5DE"/>
      </a:accent1>
      <a:accent2>
        <a:srgbClr val="FDB913"/>
      </a:accent2>
      <a:accent3>
        <a:srgbClr val="00B8A5"/>
      </a:accent3>
      <a:accent4>
        <a:srgbClr val="F04E58"/>
      </a:accent4>
      <a:accent5>
        <a:srgbClr val="975CA5"/>
      </a:accent5>
      <a:accent6>
        <a:srgbClr val="70AD47"/>
      </a:accent6>
      <a:hlink>
        <a:srgbClr val="0071CE"/>
      </a:hlink>
      <a:folHlink>
        <a:srgbClr val="6CACE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5D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0F1C20AD-2B43-49A8-A44D-73243EC4F3F0}" vid="{6ABE10FF-601A-43BC-92B5-D5492DD334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NGOOnlineDocument" ma:contentTypeID="0x010100E87BF1D48505D84EB0D589F252D1AFB200D627E0FEC4140D4E8DE54C47B7C8B9C8" ma:contentTypeVersion="21" ma:contentTypeDescription="NGO Document content type" ma:contentTypeScope="" ma:versionID="1ab19dc3161c538b87f41ea8ec53190f">
  <xsd:schema xmlns:xsd="http://www.w3.org/2001/XMLSchema" xmlns:xs="http://www.w3.org/2001/XMLSchema" xmlns:p="http://schemas.microsoft.com/office/2006/metadata/properties" xmlns:ns2="264440c9-7b8c-4af8-95ca-ba2abb485d1a" xmlns:ns3="440186f3-efbf-47f8-9b2f-099ee5b0127d" targetNamespace="http://schemas.microsoft.com/office/2006/metadata/properties" ma:root="true" ma:fieldsID="20343cb52cb52c569727c496b821ddb4" ns2:_="" ns3:_="">
    <xsd:import namespace="264440c9-7b8c-4af8-95ca-ba2abb485d1a"/>
    <xsd:import namespace="440186f3-efbf-47f8-9b2f-099ee5b0127d"/>
    <xsd:element name="properties">
      <xsd:complexType>
        <xsd:sequence>
          <xsd:element name="documentManagement">
            <xsd:complexType>
              <xsd:all>
                <xsd:element ref="ns2:FavoriteUsers" minOccurs="0"/>
                <xsd:element ref="ns2:KeyEntities" minOccurs="0"/>
                <xsd:element ref="ns2:TaxCatchAll" minOccurs="0"/>
                <xsd:element ref="ns2:i9f2da93fcc74e869d070fd34a0597c4" minOccurs="0"/>
                <xsd:element ref="ns2:TaxCatchAllLabel" minOccurs="0"/>
                <xsd:element ref="ns2:cc92bdb0fa944447acf309642a11bf0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440c9-7b8c-4af8-95ca-ba2abb485d1a" elementFormDefault="qualified">
    <xsd:import namespace="http://schemas.microsoft.com/office/2006/documentManagement/types"/>
    <xsd:import namespace="http://schemas.microsoft.com/office/infopath/2007/PartnerControls"/>
    <xsd:element name="FavoriteUsers" ma:index="8" nillable="true" ma:displayName="F" ma:description="Store all users who mark this document as favorite" ma:internalName="FavoriteUsers" ma:readOnly="false">
      <xsd:simpleType>
        <xsd:restriction base="dms:Text"/>
      </xsd:simpleType>
    </xsd:element>
    <xsd:element name="KeyEntities" ma:index="9" nillable="true" ma:displayName="K" ma:description="Store all entities which this document as a key" ma:internalName="KeyEntities" ma:readOnly="false">
      <xsd:simpleType>
        <xsd:restriction base="dms:Text"/>
      </xsd:simpleType>
    </xsd:element>
    <xsd:element name="TaxCatchAll" ma:index="10" nillable="true" ma:displayName="Taxonomy Catch All Column" ma:hidden="true" ma:list="{6a85807d-4faa-4bb6-a909-4fc62e55d43f}" ma:internalName="TaxCatchAll" ma:readOnly="false" ma:showField="CatchAllData" ma:web="264440c9-7b8c-4af8-95ca-ba2abb485d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9f2da93fcc74e869d070fd34a0597c4" ma:index="13" nillable="true" ma:taxonomy="true" ma:internalName="i9f2da93fcc74e869d070fd34a0597c4" ma:taxonomyFieldName="NGOOnlineDocumentType" ma:displayName="Document types" ma:readOnly="false" ma:fieldId="{29f2da93-fcc7-4e86-9d07-0fd34a0597c4}" ma:taxonomyMulti="true" ma:sspId="e492bf4d-7d24-4a02-9dd7-4d67ddc3dcfb" ma:termSetId="ab881ecd-e3fb-4592-9594-ea70170c21a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4" nillable="true" ma:displayName="Taxonomy Catch All Column1" ma:hidden="true" ma:list="{6a85807d-4faa-4bb6-a909-4fc62e55d43f}" ma:internalName="TaxCatchAllLabel" ma:readOnly="true" ma:showField="CatchAllDataLabel" ma:web="264440c9-7b8c-4af8-95ca-ba2abb485d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c92bdb0fa944447acf309642a11bf0d" ma:index="15" nillable="true" ma:taxonomy="true" ma:internalName="cc92bdb0fa944447acf309642a11bf0d" ma:taxonomyFieldName="NGOOnlineKeywords" ma:displayName="Keywords" ma:readOnly="false" ma:fieldId="{cc92bdb0-fa94-4447-acf3-09642a11bf0d}" ma:taxonomyMulti="true" ma:sspId="e492bf4d-7d24-4a02-9dd7-4d67ddc3dcfb" ma:termSetId="7c9b2214-6d63-47c8-ad9c-de84cf58bf6c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186f3-efbf-47f8-9b2f-099ee5b012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e492bf4d-7d24-4a02-9dd7-4d67ddc3dc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9f2da93fcc74e869d070fd34a0597c4 xmlns="264440c9-7b8c-4af8-95ca-ba2abb485d1a">
      <Terms xmlns="http://schemas.microsoft.com/office/infopath/2007/PartnerControls"/>
    </i9f2da93fcc74e869d070fd34a0597c4>
    <FavoriteUsers xmlns="264440c9-7b8c-4af8-95ca-ba2abb485d1a" xsi:nil="true"/>
    <cc92bdb0fa944447acf309642a11bf0d xmlns="264440c9-7b8c-4af8-95ca-ba2abb485d1a">
      <Terms xmlns="http://schemas.microsoft.com/office/infopath/2007/PartnerControls"/>
    </cc92bdb0fa944447acf309642a11bf0d>
    <KeyEntities xmlns="264440c9-7b8c-4af8-95ca-ba2abb485d1a" xsi:nil="true"/>
    <TaxCatchAll xmlns="264440c9-7b8c-4af8-95ca-ba2abb485d1a" xsi:nil="true"/>
    <lcf76f155ced4ddcb4097134ff3c332f xmlns="440186f3-efbf-47f8-9b2f-099ee5b012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427E4FF-522E-4681-A9D8-551552FD8F94}">
  <ds:schemaRefs>
    <ds:schemaRef ds:uri="264440c9-7b8c-4af8-95ca-ba2abb485d1a"/>
    <ds:schemaRef ds:uri="440186f3-efbf-47f8-9b2f-099ee5b012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404C719-C8BD-4BD3-B99B-ACAE57CC69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0978B8-74BD-4ABE-8747-4338AF74F122}">
  <ds:schemaRefs>
    <ds:schemaRef ds:uri="264440c9-7b8c-4af8-95ca-ba2abb485d1a"/>
    <ds:schemaRef ds:uri="440186f3-efbf-47f8-9b2f-099ee5b0127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670</Words>
  <Application>Microsoft Macintosh PowerPoint</Application>
  <PresentationFormat>Widescreen</PresentationFormat>
  <Paragraphs>121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Century Gothic</vt:lpstr>
      <vt:lpstr>Wingdings</vt:lpstr>
      <vt:lpstr>Theme1</vt:lpstr>
      <vt:lpstr>TIER-Plus:  Supporting evidence-informed prioritization and trade-off analysis in HIV service planning</vt:lpstr>
      <vt:lpstr>Who is TIER-Plus for?</vt:lpstr>
      <vt:lpstr>Let’s take a look</vt:lpstr>
      <vt:lpstr>PowerPoint Presentation</vt:lpstr>
      <vt:lpstr>What goes in (inputs 1)</vt:lpstr>
      <vt:lpstr>PowerPoint Presentation</vt:lpstr>
      <vt:lpstr>What goes in (inputs 2)</vt:lpstr>
      <vt:lpstr>Countries represented in TIER-Plus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TIER-Plus can and cannot do</vt:lpstr>
      <vt:lpstr>TIER-Plus pilot, launch and feedback collection (so far)</vt:lpstr>
      <vt:lpstr>The piloting phase</vt:lpstr>
      <vt:lpstr>Feedback from pilot phase and AIDS sessions generated many other suggestions/additions </vt:lpstr>
      <vt:lpstr>TIER-Plus is a living tool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Alex de Nooy</cp:lastModifiedBy>
  <cp:revision>1</cp:revision>
  <cp:lastPrinted>2021-07-21T14:19:26Z</cp:lastPrinted>
  <dcterms:created xsi:type="dcterms:W3CDTF">2022-06-22T19:43:12Z</dcterms:created>
  <dcterms:modified xsi:type="dcterms:W3CDTF">2026-08-17T13:03:20Z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0x010100E87BF1D48505D84EB0D589F252D1AFB200D627E0FEC4140D4E8DE54C47B7C8B9C8</vt:lpwstr>
  </property>
  <property fmtid="{D5CDD505-2E9C-101B-9397-08002B2CF9AE}" pid="3" name="NGOOnlineKeywords">
    <vt:lpwstr/>
  </property>
  <property fmtid="{D5CDD505-2E9C-101B-9397-08002B2CF9AE}" pid="4" name="NGOOnlineDocumentType">
    <vt:lpwstr/>
  </property>
  <property fmtid="{D5CDD505-2E9C-101B-9397-08002B2CF9AE}" pid="5" name="MediaServiceImageTags">
    <vt:lpwstr/>
  </property>
  <property fmtid="{D5CDD505-2E9C-101B-9397-08002B2CF9AE}" pid="6" name="_ExtendedDescription">
    <vt:lpwstr/>
  </property>
</Properties>
</file>