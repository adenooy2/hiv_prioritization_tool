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04" r:id="rId4"/>
  </p:sldMasterIdLst>
  <p:notesMasterIdLst>
    <p:notesMasterId r:id="rId12"/>
  </p:notesMasterIdLst>
  <p:handoutMasterIdLst>
    <p:handoutMasterId r:id="rId13"/>
  </p:handoutMasterIdLst>
  <p:sldIdLst>
    <p:sldId id="256" r:id="rId5"/>
    <p:sldId id="258" r:id="rId6"/>
    <p:sldId id="261" r:id="rId7"/>
    <p:sldId id="263" r:id="rId8"/>
    <p:sldId id="260" r:id="rId9"/>
    <p:sldId id="264" r:id="rId10"/>
    <p:sldId id="262" r:id="rId11"/>
  </p:sldIdLst>
  <p:sldSz cx="12192000" cy="6858000"/>
  <p:notesSz cx="7010400"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CF5B74D-C6AA-7813-1038-42A34373460A}" name="Preko, Peter O." initials="PPO" userId="S::pp2332@cumc.columbia.edu::09b434a3-0724-4a4a-a3db-c6e79374c44c" providerId="AD"/>
  <p188:author id="{DA60A059-2766-1759-4616-E1A4FFEEFBBE}" name="Dr M'BEA Jean-Jacques (ICAP)" initials="I" userId="Dr M'BEA Jean-Jacques (ICAP)" providerId="None"/>
  <p188:author id="{99D67C86-1AC0-5FC9-18F5-7D832F90D689}" name="Reidy, William" initials="RW" userId="S::wr2205@cumc.columbia.edu::5d2980a7-2b1c-4421-a380-76eac4cb68a2" providerId="AD"/>
  <p188:author id="{B32E8789-10A4-684C-B33A-B97E63F02EE6}" name="Preko, Peter O." initials="PPO" userId="Preko, Peter O." providerId="None"/>
  <p188:author id="{A831D7A1-5A01-49E3-9784-3957FEE80FBB}" name="Miriam Rabkin" initials="MR" userId="S::mr84@icapatcolumbia.onmicrosoft.com::0b2a40ec-35c6-4271-8153-e1180cf9ffa9" providerId="AD"/>
  <p188:author id="{4B71A7D0-3BB1-92C3-6752-E2F284681FE8}" name="Msukwa, Martin" initials="MM" userId="S::mkm2209@cumc.columbia.edu::3ce16427-2644-475c-b20b-7ae77633333b" providerId="AD"/>
  <p188:author id="{E0B616E2-4D48-E507-D5DA-6765847CE058}" name="Rabkin, Miriam" initials="RM" userId="S::mr84@cumc.columbia.edu::d1905312-b639-4098-81f6-74c337c4b0e3"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Monica Negrete" initials="MN [2]" lastIdx="1" clrIdx="6">
    <p:extLst>
      <p:ext uri="{19B8F6BF-5375-455C-9EA6-DF929625EA0E}">
        <p15:presenceInfo xmlns:p15="http://schemas.microsoft.com/office/powerpoint/2012/main" userId="Monica Negrete" providerId="None"/>
      </p:ext>
    </p:extLst>
  </p:cmAuthor>
  <p:cmAuthor id="1" name="Mirriah" initials="M" lastIdx="15" clrIdx="0">
    <p:extLst>
      <p:ext uri="{19B8F6BF-5375-455C-9EA6-DF929625EA0E}">
        <p15:presenceInfo xmlns:p15="http://schemas.microsoft.com/office/powerpoint/2012/main" userId="Mirriah" providerId="None"/>
      </p:ext>
    </p:extLst>
  </p:cmAuthor>
  <p:cmAuthor id="8" name="Vitale, Mirriah A." initials="VMA" lastIdx="28" clrIdx="7">
    <p:extLst>
      <p:ext uri="{19B8F6BF-5375-455C-9EA6-DF929625EA0E}">
        <p15:presenceInfo xmlns:p15="http://schemas.microsoft.com/office/powerpoint/2012/main" userId="S::mv2540@cumc.columbia.edu::ac73314b-03ab-4c50-8db0-5df536fd8cc3" providerId="AD"/>
      </p:ext>
    </p:extLst>
  </p:cmAuthor>
  <p:cmAuthor id="2" name="Thais Ferreira" initials="TF" lastIdx="2" clrIdx="1">
    <p:extLst>
      <p:ext uri="{19B8F6BF-5375-455C-9EA6-DF929625EA0E}">
        <p15:presenceInfo xmlns:p15="http://schemas.microsoft.com/office/powerpoint/2012/main" userId="S::tcf2114@ICAPatColumbia.onmicrosoft.com::00ab9d32-d5e7-49ba-86f6-b7f0631c45b9" providerId="AD"/>
      </p:ext>
    </p:extLst>
  </p:cmAuthor>
  <p:cmAuthor id="9" name="Hamilton Mutemba" initials="HM" lastIdx="10" clrIdx="8">
    <p:extLst>
      <p:ext uri="{19B8F6BF-5375-455C-9EA6-DF929625EA0E}">
        <p15:presenceInfo xmlns:p15="http://schemas.microsoft.com/office/powerpoint/2012/main" userId="S::hm2827@icapatcolumbia.onmicrosoft.com::30ce4146-d861-4577-8316-b7969df0eb33" providerId="AD"/>
      </p:ext>
    </p:extLst>
  </p:cmAuthor>
  <p:cmAuthor id="3" name="Eduarda Pimentel de Gusmao" initials="EPdG" lastIdx="47" clrIdx="2">
    <p:extLst>
      <p:ext uri="{19B8F6BF-5375-455C-9EA6-DF929625EA0E}">
        <p15:presenceInfo xmlns:p15="http://schemas.microsoft.com/office/powerpoint/2012/main" userId="S::ep2538@ICAPatColumbia.onmicrosoft.com::75d5ad34-5e00-45c2-8e22-b1b33aa13fd8" providerId="AD"/>
      </p:ext>
    </p:extLst>
  </p:cmAuthor>
  <p:cmAuthor id="10" name="Buene, Manuel" initials="BM" lastIdx="7" clrIdx="9">
    <p:extLst>
      <p:ext uri="{19B8F6BF-5375-455C-9EA6-DF929625EA0E}">
        <p15:presenceInfo xmlns:p15="http://schemas.microsoft.com/office/powerpoint/2012/main" userId="Buene, Manuel" providerId="None"/>
      </p:ext>
    </p:extLst>
  </p:cmAuthor>
  <p:cmAuthor id="4" name="Pimentel De Gusmao, Eduarda" initials="PDGE [2]" lastIdx="89" clrIdx="3">
    <p:extLst>
      <p:ext uri="{19B8F6BF-5375-455C-9EA6-DF929625EA0E}">
        <p15:presenceInfo xmlns:p15="http://schemas.microsoft.com/office/powerpoint/2012/main" userId="Pimentel De Gusmao, Eduarda" providerId="None"/>
      </p:ext>
    </p:extLst>
  </p:cmAuthor>
  <p:cmAuthor id="5" name="Monica Negrete" initials="MN" lastIdx="33" clrIdx="4">
    <p:extLst>
      <p:ext uri="{19B8F6BF-5375-455C-9EA6-DF929625EA0E}">
        <p15:presenceInfo xmlns:p15="http://schemas.microsoft.com/office/powerpoint/2012/main" userId="9f4759fc7266b2e1" providerId="Windows Live"/>
      </p:ext>
    </p:extLst>
  </p:cmAuthor>
  <p:cmAuthor id="6" name="Langa, Bina" initials="LB" lastIdx="1" clrIdx="5">
    <p:extLst>
      <p:ext uri="{19B8F6BF-5375-455C-9EA6-DF929625EA0E}">
        <p15:presenceInfo xmlns:p15="http://schemas.microsoft.com/office/powerpoint/2012/main" userId="S::brl2136@cumc.columbia.edu::8e87eb9a-447e-4d76-b31d-8f90e74bde6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B5DE"/>
    <a:srgbClr val="022169"/>
    <a:srgbClr val="7B8CAA"/>
    <a:srgbClr val="898989"/>
    <a:srgbClr val="7BBCAA"/>
    <a:srgbClr val="737D84"/>
    <a:srgbClr val="FFFFFF"/>
    <a:srgbClr val="000000"/>
    <a:srgbClr val="8A7889"/>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34"/>
    <p:restoredTop sz="73082"/>
  </p:normalViewPr>
  <p:slideViewPr>
    <p:cSldViewPr snapToGrid="0">
      <p:cViewPr varScale="1">
        <p:scale>
          <a:sx n="86" d="100"/>
          <a:sy n="86" d="100"/>
        </p:scale>
        <p:origin x="1688" y="200"/>
      </p:cViewPr>
      <p:guideLst>
        <p:guide orient="horz" pos="2160"/>
        <p:guide pos="3840"/>
      </p:guideLst>
    </p:cSldViewPr>
  </p:slideViewPr>
  <p:notesTextViewPr>
    <p:cViewPr>
      <p:scale>
        <a:sx n="3" d="2"/>
        <a:sy n="3" d="2"/>
      </p:scale>
      <p:origin x="0" y="0"/>
    </p:cViewPr>
  </p:notesTextViewPr>
  <p:sorterViewPr>
    <p:cViewPr varScale="1">
      <p:scale>
        <a:sx n="100" d="100"/>
        <a:sy n="100" d="100"/>
      </p:scale>
      <p:origin x="0" y="0"/>
    </p:cViewPr>
  </p:sorterViewPr>
  <p:notesViewPr>
    <p:cSldViewPr snapToGrid="0">
      <p:cViewPr>
        <p:scale>
          <a:sx n="1" d="2"/>
          <a:sy n="1" d="2"/>
        </p:scale>
        <p:origin x="4608" y="117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commentAuthors" Target="commentAuthors.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034CE0C-C06C-9E40-9408-B51D45296A15}" type="doc">
      <dgm:prSet loTypeId="urn:microsoft.com/office/officeart/2005/8/layout/process1" loCatId="" qsTypeId="urn:microsoft.com/office/officeart/2005/8/quickstyle/simple1" qsCatId="simple" csTypeId="urn:microsoft.com/office/officeart/2005/8/colors/colorful1" csCatId="colorful" phldr="1"/>
      <dgm:spPr/>
    </dgm:pt>
    <dgm:pt modelId="{6E33AFDC-52AC-3049-9596-336F13F48744}">
      <dgm:prSet phldrT="[Text]"/>
      <dgm:spPr/>
      <dgm:t>
        <a:bodyPr/>
        <a:lstStyle/>
        <a:p>
          <a:r>
            <a:rPr lang="en-GB" dirty="0"/>
            <a:t>Many interventions</a:t>
          </a:r>
        </a:p>
      </dgm:t>
    </dgm:pt>
    <dgm:pt modelId="{3A5AD62E-CF7D-B948-97CC-3BCE4D576C1F}" type="parTrans" cxnId="{CC44E3E0-65C6-544C-BD45-BDA2627FFDDD}">
      <dgm:prSet/>
      <dgm:spPr/>
      <dgm:t>
        <a:bodyPr/>
        <a:lstStyle/>
        <a:p>
          <a:endParaRPr lang="en-GB"/>
        </a:p>
      </dgm:t>
    </dgm:pt>
    <dgm:pt modelId="{428D55E4-A48D-5440-A474-737E534422F3}" type="sibTrans" cxnId="{CC44E3E0-65C6-544C-BD45-BDA2627FFDDD}">
      <dgm:prSet/>
      <dgm:spPr/>
      <dgm:t>
        <a:bodyPr/>
        <a:lstStyle/>
        <a:p>
          <a:endParaRPr lang="en-GB"/>
        </a:p>
      </dgm:t>
    </dgm:pt>
    <dgm:pt modelId="{1C571D77-9559-FA4B-92CA-DA6B0D1C9784}">
      <dgm:prSet phldrT="[Text]"/>
      <dgm:spPr/>
      <dgm:t>
        <a:bodyPr/>
        <a:lstStyle/>
        <a:p>
          <a:r>
            <a:rPr lang="en-GB" dirty="0"/>
            <a:t>Limited resources</a:t>
          </a:r>
        </a:p>
      </dgm:t>
    </dgm:pt>
    <dgm:pt modelId="{F32E72CA-5118-FC4A-969D-1459C8B0D14A}" type="parTrans" cxnId="{35452B8B-81A3-B046-B831-49C76A71F7AE}">
      <dgm:prSet/>
      <dgm:spPr/>
      <dgm:t>
        <a:bodyPr/>
        <a:lstStyle/>
        <a:p>
          <a:endParaRPr lang="en-GB"/>
        </a:p>
      </dgm:t>
    </dgm:pt>
    <dgm:pt modelId="{3307BB1B-28FB-F64D-A61F-5E4AB3649C2A}" type="sibTrans" cxnId="{35452B8B-81A3-B046-B831-49C76A71F7AE}">
      <dgm:prSet/>
      <dgm:spPr/>
      <dgm:t>
        <a:bodyPr/>
        <a:lstStyle/>
        <a:p>
          <a:endParaRPr lang="en-GB"/>
        </a:p>
      </dgm:t>
    </dgm:pt>
    <dgm:pt modelId="{F98EB095-D8D3-0643-B2DF-B4F7D8711819}">
      <dgm:prSet phldrT="[Text]"/>
      <dgm:spPr/>
      <dgm:t>
        <a:bodyPr/>
        <a:lstStyle/>
        <a:p>
          <a:r>
            <a:rPr lang="en-GB" dirty="0"/>
            <a:t>Countries need to decide</a:t>
          </a:r>
        </a:p>
      </dgm:t>
    </dgm:pt>
    <dgm:pt modelId="{82474207-DB81-7442-AEDC-791A4E958E95}" type="parTrans" cxnId="{F5C24542-0950-6941-865E-D4EFBDC2A48B}">
      <dgm:prSet/>
      <dgm:spPr/>
      <dgm:t>
        <a:bodyPr/>
        <a:lstStyle/>
        <a:p>
          <a:endParaRPr lang="en-GB"/>
        </a:p>
      </dgm:t>
    </dgm:pt>
    <dgm:pt modelId="{07FB755E-54C8-D644-BA05-25A754086686}" type="sibTrans" cxnId="{F5C24542-0950-6941-865E-D4EFBDC2A48B}">
      <dgm:prSet/>
      <dgm:spPr/>
      <dgm:t>
        <a:bodyPr/>
        <a:lstStyle/>
        <a:p>
          <a:endParaRPr lang="en-GB"/>
        </a:p>
      </dgm:t>
    </dgm:pt>
    <dgm:pt modelId="{9EF0FE83-A9C5-0147-ADBA-940583500891}">
      <dgm:prSet phldrT="[Text]"/>
      <dgm:spPr/>
      <dgm:t>
        <a:bodyPr/>
        <a:lstStyle/>
        <a:p>
          <a:r>
            <a:rPr lang="en-GB" dirty="0"/>
            <a:t>TIER (2025)</a:t>
          </a:r>
        </a:p>
      </dgm:t>
    </dgm:pt>
    <dgm:pt modelId="{2309AE93-2B53-7240-A77B-D0A3D11F8614}" type="parTrans" cxnId="{52C855E8-866A-AF43-8800-54428C625EF3}">
      <dgm:prSet/>
      <dgm:spPr/>
      <dgm:t>
        <a:bodyPr/>
        <a:lstStyle/>
        <a:p>
          <a:endParaRPr lang="en-GB"/>
        </a:p>
      </dgm:t>
    </dgm:pt>
    <dgm:pt modelId="{73A4BF88-A774-8347-83F1-1991DA522D4F}" type="sibTrans" cxnId="{52C855E8-866A-AF43-8800-54428C625EF3}">
      <dgm:prSet/>
      <dgm:spPr/>
      <dgm:t>
        <a:bodyPr/>
        <a:lstStyle/>
        <a:p>
          <a:endParaRPr lang="en-GB"/>
        </a:p>
      </dgm:t>
    </dgm:pt>
    <dgm:pt modelId="{D638F7C0-D76A-934A-9F1D-90C6736B8A5F}" type="pres">
      <dgm:prSet presAssocID="{9034CE0C-C06C-9E40-9408-B51D45296A15}" presName="Name0" presStyleCnt="0">
        <dgm:presLayoutVars>
          <dgm:dir/>
          <dgm:resizeHandles val="exact"/>
        </dgm:presLayoutVars>
      </dgm:prSet>
      <dgm:spPr/>
    </dgm:pt>
    <dgm:pt modelId="{F5489818-4D81-FD40-8C66-4C156EA1FBB0}" type="pres">
      <dgm:prSet presAssocID="{6E33AFDC-52AC-3049-9596-336F13F48744}" presName="node" presStyleLbl="node1" presStyleIdx="0" presStyleCnt="4">
        <dgm:presLayoutVars>
          <dgm:bulletEnabled val="1"/>
        </dgm:presLayoutVars>
      </dgm:prSet>
      <dgm:spPr/>
    </dgm:pt>
    <dgm:pt modelId="{EBA19E49-0612-9644-AC53-951B0037595B}" type="pres">
      <dgm:prSet presAssocID="{428D55E4-A48D-5440-A474-737E534422F3}" presName="sibTrans" presStyleLbl="sibTrans2D1" presStyleIdx="0" presStyleCnt="3"/>
      <dgm:spPr/>
    </dgm:pt>
    <dgm:pt modelId="{C2452F04-AD94-A340-9AF5-A68DD1ACC5B7}" type="pres">
      <dgm:prSet presAssocID="{428D55E4-A48D-5440-A474-737E534422F3}" presName="connectorText" presStyleLbl="sibTrans2D1" presStyleIdx="0" presStyleCnt="3"/>
      <dgm:spPr/>
    </dgm:pt>
    <dgm:pt modelId="{C14B7708-29FD-3143-9A91-D8A6F5B4BA13}" type="pres">
      <dgm:prSet presAssocID="{1C571D77-9559-FA4B-92CA-DA6B0D1C9784}" presName="node" presStyleLbl="node1" presStyleIdx="1" presStyleCnt="4">
        <dgm:presLayoutVars>
          <dgm:bulletEnabled val="1"/>
        </dgm:presLayoutVars>
      </dgm:prSet>
      <dgm:spPr/>
    </dgm:pt>
    <dgm:pt modelId="{0776F1A7-21E1-604C-A35B-26209A0C70FB}" type="pres">
      <dgm:prSet presAssocID="{3307BB1B-28FB-F64D-A61F-5E4AB3649C2A}" presName="sibTrans" presStyleLbl="sibTrans2D1" presStyleIdx="1" presStyleCnt="3"/>
      <dgm:spPr/>
    </dgm:pt>
    <dgm:pt modelId="{384F7B40-3357-3142-AB72-6EB9463D2522}" type="pres">
      <dgm:prSet presAssocID="{3307BB1B-28FB-F64D-A61F-5E4AB3649C2A}" presName="connectorText" presStyleLbl="sibTrans2D1" presStyleIdx="1" presStyleCnt="3"/>
      <dgm:spPr/>
    </dgm:pt>
    <dgm:pt modelId="{BCBBD684-0B76-AD40-AA08-E451AF9941FD}" type="pres">
      <dgm:prSet presAssocID="{F98EB095-D8D3-0643-B2DF-B4F7D8711819}" presName="node" presStyleLbl="node1" presStyleIdx="2" presStyleCnt="4">
        <dgm:presLayoutVars>
          <dgm:bulletEnabled val="1"/>
        </dgm:presLayoutVars>
      </dgm:prSet>
      <dgm:spPr/>
    </dgm:pt>
    <dgm:pt modelId="{EF3BD0B0-4876-7147-B4B6-2A534F383373}" type="pres">
      <dgm:prSet presAssocID="{07FB755E-54C8-D644-BA05-25A754086686}" presName="sibTrans" presStyleLbl="sibTrans2D1" presStyleIdx="2" presStyleCnt="3"/>
      <dgm:spPr/>
    </dgm:pt>
    <dgm:pt modelId="{29E6C02F-BAC7-F448-A4FF-AF30A4DEA0EE}" type="pres">
      <dgm:prSet presAssocID="{07FB755E-54C8-D644-BA05-25A754086686}" presName="connectorText" presStyleLbl="sibTrans2D1" presStyleIdx="2" presStyleCnt="3"/>
      <dgm:spPr/>
    </dgm:pt>
    <dgm:pt modelId="{2CBA6870-8401-434F-B88F-E04AF9769E61}" type="pres">
      <dgm:prSet presAssocID="{9EF0FE83-A9C5-0147-ADBA-940583500891}" presName="node" presStyleLbl="node1" presStyleIdx="3" presStyleCnt="4">
        <dgm:presLayoutVars>
          <dgm:bulletEnabled val="1"/>
        </dgm:presLayoutVars>
      </dgm:prSet>
      <dgm:spPr/>
    </dgm:pt>
  </dgm:ptLst>
  <dgm:cxnLst>
    <dgm:cxn modelId="{B675E31B-9707-B44C-8C15-C8935BFAD984}" type="presOf" srcId="{F98EB095-D8D3-0643-B2DF-B4F7D8711819}" destId="{BCBBD684-0B76-AD40-AA08-E451AF9941FD}" srcOrd="0" destOrd="0" presId="urn:microsoft.com/office/officeart/2005/8/layout/process1"/>
    <dgm:cxn modelId="{B4085120-479F-C74B-B332-3E6BCBD420B6}" type="presOf" srcId="{07FB755E-54C8-D644-BA05-25A754086686}" destId="{29E6C02F-BAC7-F448-A4FF-AF30A4DEA0EE}" srcOrd="1" destOrd="0" presId="urn:microsoft.com/office/officeart/2005/8/layout/process1"/>
    <dgm:cxn modelId="{38C14221-0B18-F646-90FF-8D573E7C6268}" type="presOf" srcId="{9EF0FE83-A9C5-0147-ADBA-940583500891}" destId="{2CBA6870-8401-434F-B88F-E04AF9769E61}" srcOrd="0" destOrd="0" presId="urn:microsoft.com/office/officeart/2005/8/layout/process1"/>
    <dgm:cxn modelId="{20F6932C-04A9-794B-B61D-C2540FDF4957}" type="presOf" srcId="{428D55E4-A48D-5440-A474-737E534422F3}" destId="{EBA19E49-0612-9644-AC53-951B0037595B}" srcOrd="0" destOrd="0" presId="urn:microsoft.com/office/officeart/2005/8/layout/process1"/>
    <dgm:cxn modelId="{F5C24542-0950-6941-865E-D4EFBDC2A48B}" srcId="{9034CE0C-C06C-9E40-9408-B51D45296A15}" destId="{F98EB095-D8D3-0643-B2DF-B4F7D8711819}" srcOrd="2" destOrd="0" parTransId="{82474207-DB81-7442-AEDC-791A4E958E95}" sibTransId="{07FB755E-54C8-D644-BA05-25A754086686}"/>
    <dgm:cxn modelId="{1201A04F-3A47-144E-8120-ADEB8327762C}" type="presOf" srcId="{07FB755E-54C8-D644-BA05-25A754086686}" destId="{EF3BD0B0-4876-7147-B4B6-2A534F383373}" srcOrd="0" destOrd="0" presId="urn:microsoft.com/office/officeart/2005/8/layout/process1"/>
    <dgm:cxn modelId="{2D10FF50-8D41-3742-8A3D-C6C0AD4928C2}" type="presOf" srcId="{3307BB1B-28FB-F64D-A61F-5E4AB3649C2A}" destId="{0776F1A7-21E1-604C-A35B-26209A0C70FB}" srcOrd="0" destOrd="0" presId="urn:microsoft.com/office/officeart/2005/8/layout/process1"/>
    <dgm:cxn modelId="{35452B8B-81A3-B046-B831-49C76A71F7AE}" srcId="{9034CE0C-C06C-9E40-9408-B51D45296A15}" destId="{1C571D77-9559-FA4B-92CA-DA6B0D1C9784}" srcOrd="1" destOrd="0" parTransId="{F32E72CA-5118-FC4A-969D-1459C8B0D14A}" sibTransId="{3307BB1B-28FB-F64D-A61F-5E4AB3649C2A}"/>
    <dgm:cxn modelId="{CE7F0BB2-E62B-D542-8B6E-FFD814395630}" type="presOf" srcId="{3307BB1B-28FB-F64D-A61F-5E4AB3649C2A}" destId="{384F7B40-3357-3142-AB72-6EB9463D2522}" srcOrd="1" destOrd="0" presId="urn:microsoft.com/office/officeart/2005/8/layout/process1"/>
    <dgm:cxn modelId="{9BDFD8C0-5B7A-F643-A7A3-3C79F09623EF}" type="presOf" srcId="{6E33AFDC-52AC-3049-9596-336F13F48744}" destId="{F5489818-4D81-FD40-8C66-4C156EA1FBB0}" srcOrd="0" destOrd="0" presId="urn:microsoft.com/office/officeart/2005/8/layout/process1"/>
    <dgm:cxn modelId="{2CF954D7-F5DF-9D43-A2EC-75C0111998E9}" type="presOf" srcId="{428D55E4-A48D-5440-A474-737E534422F3}" destId="{C2452F04-AD94-A340-9AF5-A68DD1ACC5B7}" srcOrd="1" destOrd="0" presId="urn:microsoft.com/office/officeart/2005/8/layout/process1"/>
    <dgm:cxn modelId="{BFC73CDC-CCDB-8841-8EB7-A0E671FC118F}" type="presOf" srcId="{1C571D77-9559-FA4B-92CA-DA6B0D1C9784}" destId="{C14B7708-29FD-3143-9A91-D8A6F5B4BA13}" srcOrd="0" destOrd="0" presId="urn:microsoft.com/office/officeart/2005/8/layout/process1"/>
    <dgm:cxn modelId="{CC44E3E0-65C6-544C-BD45-BDA2627FFDDD}" srcId="{9034CE0C-C06C-9E40-9408-B51D45296A15}" destId="{6E33AFDC-52AC-3049-9596-336F13F48744}" srcOrd="0" destOrd="0" parTransId="{3A5AD62E-CF7D-B948-97CC-3BCE4D576C1F}" sibTransId="{428D55E4-A48D-5440-A474-737E534422F3}"/>
    <dgm:cxn modelId="{52C855E8-866A-AF43-8800-54428C625EF3}" srcId="{9034CE0C-C06C-9E40-9408-B51D45296A15}" destId="{9EF0FE83-A9C5-0147-ADBA-940583500891}" srcOrd="3" destOrd="0" parTransId="{2309AE93-2B53-7240-A77B-D0A3D11F8614}" sibTransId="{73A4BF88-A774-8347-83F1-1991DA522D4F}"/>
    <dgm:cxn modelId="{8905B1FB-4DBF-4347-8AD5-870D90CDFEA5}" type="presOf" srcId="{9034CE0C-C06C-9E40-9408-B51D45296A15}" destId="{D638F7C0-D76A-934A-9F1D-90C6736B8A5F}" srcOrd="0" destOrd="0" presId="urn:microsoft.com/office/officeart/2005/8/layout/process1"/>
    <dgm:cxn modelId="{2E3EEA23-43D7-B643-840F-2EB91329565B}" type="presParOf" srcId="{D638F7C0-D76A-934A-9F1D-90C6736B8A5F}" destId="{F5489818-4D81-FD40-8C66-4C156EA1FBB0}" srcOrd="0" destOrd="0" presId="urn:microsoft.com/office/officeart/2005/8/layout/process1"/>
    <dgm:cxn modelId="{A9ACD61E-60C0-6940-91CF-7727BA2B42AE}" type="presParOf" srcId="{D638F7C0-D76A-934A-9F1D-90C6736B8A5F}" destId="{EBA19E49-0612-9644-AC53-951B0037595B}" srcOrd="1" destOrd="0" presId="urn:microsoft.com/office/officeart/2005/8/layout/process1"/>
    <dgm:cxn modelId="{C21328DF-2850-7046-9B94-4B115F860185}" type="presParOf" srcId="{EBA19E49-0612-9644-AC53-951B0037595B}" destId="{C2452F04-AD94-A340-9AF5-A68DD1ACC5B7}" srcOrd="0" destOrd="0" presId="urn:microsoft.com/office/officeart/2005/8/layout/process1"/>
    <dgm:cxn modelId="{8C776E24-0AA8-8F45-857B-7672E012B378}" type="presParOf" srcId="{D638F7C0-D76A-934A-9F1D-90C6736B8A5F}" destId="{C14B7708-29FD-3143-9A91-D8A6F5B4BA13}" srcOrd="2" destOrd="0" presId="urn:microsoft.com/office/officeart/2005/8/layout/process1"/>
    <dgm:cxn modelId="{AA8ACAF2-C54C-174E-BC43-241F43F017CC}" type="presParOf" srcId="{D638F7C0-D76A-934A-9F1D-90C6736B8A5F}" destId="{0776F1A7-21E1-604C-A35B-26209A0C70FB}" srcOrd="3" destOrd="0" presId="urn:microsoft.com/office/officeart/2005/8/layout/process1"/>
    <dgm:cxn modelId="{95AC9576-C2C9-3041-AB7D-3806907E64BF}" type="presParOf" srcId="{0776F1A7-21E1-604C-A35B-26209A0C70FB}" destId="{384F7B40-3357-3142-AB72-6EB9463D2522}" srcOrd="0" destOrd="0" presId="urn:microsoft.com/office/officeart/2005/8/layout/process1"/>
    <dgm:cxn modelId="{E20C7307-9B7D-CF46-9886-FFD86CA9ACD2}" type="presParOf" srcId="{D638F7C0-D76A-934A-9F1D-90C6736B8A5F}" destId="{BCBBD684-0B76-AD40-AA08-E451AF9941FD}" srcOrd="4" destOrd="0" presId="urn:microsoft.com/office/officeart/2005/8/layout/process1"/>
    <dgm:cxn modelId="{D19F622E-04FF-1647-8CAF-F9FB99C2694B}" type="presParOf" srcId="{D638F7C0-D76A-934A-9F1D-90C6736B8A5F}" destId="{EF3BD0B0-4876-7147-B4B6-2A534F383373}" srcOrd="5" destOrd="0" presId="urn:microsoft.com/office/officeart/2005/8/layout/process1"/>
    <dgm:cxn modelId="{4E40073E-B16F-EE4F-BAD4-803DCBAB1B62}" type="presParOf" srcId="{EF3BD0B0-4876-7147-B4B6-2A534F383373}" destId="{29E6C02F-BAC7-F448-A4FF-AF30A4DEA0EE}" srcOrd="0" destOrd="0" presId="urn:microsoft.com/office/officeart/2005/8/layout/process1"/>
    <dgm:cxn modelId="{63F1DD75-4D15-7743-827A-FEB212984E52}" type="presParOf" srcId="{D638F7C0-D76A-934A-9F1D-90C6736B8A5F}" destId="{2CBA6870-8401-434F-B88F-E04AF9769E61}" srcOrd="6"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489818-4D81-FD40-8C66-4C156EA1FBB0}">
      <dsp:nvSpPr>
        <dsp:cNvPr id="0" name=""/>
        <dsp:cNvSpPr/>
      </dsp:nvSpPr>
      <dsp:spPr>
        <a:xfrm>
          <a:off x="5008" y="2052359"/>
          <a:ext cx="2189912" cy="1313947"/>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GB" sz="2500" kern="1200" dirty="0"/>
            <a:t>Many interventions</a:t>
          </a:r>
        </a:p>
      </dsp:txBody>
      <dsp:txXfrm>
        <a:off x="43492" y="2090843"/>
        <a:ext cx="2112944" cy="1236979"/>
      </dsp:txXfrm>
    </dsp:sp>
    <dsp:sp modelId="{EBA19E49-0612-9644-AC53-951B0037595B}">
      <dsp:nvSpPr>
        <dsp:cNvPr id="0" name=""/>
        <dsp:cNvSpPr/>
      </dsp:nvSpPr>
      <dsp:spPr>
        <a:xfrm>
          <a:off x="2413912" y="2437784"/>
          <a:ext cx="464261" cy="543098"/>
        </a:xfrm>
        <a:prstGeom prst="righ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2413912" y="2546404"/>
        <a:ext cx="324983" cy="325858"/>
      </dsp:txXfrm>
    </dsp:sp>
    <dsp:sp modelId="{C14B7708-29FD-3143-9A91-D8A6F5B4BA13}">
      <dsp:nvSpPr>
        <dsp:cNvPr id="0" name=""/>
        <dsp:cNvSpPr/>
      </dsp:nvSpPr>
      <dsp:spPr>
        <a:xfrm>
          <a:off x="3070886" y="2052359"/>
          <a:ext cx="2189912" cy="1313947"/>
        </a:xfrm>
        <a:prstGeom prst="roundRect">
          <a:avLst>
            <a:gd name="adj" fmla="val 10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GB" sz="2500" kern="1200" dirty="0"/>
            <a:t>Limited resources</a:t>
          </a:r>
        </a:p>
      </dsp:txBody>
      <dsp:txXfrm>
        <a:off x="3109370" y="2090843"/>
        <a:ext cx="2112944" cy="1236979"/>
      </dsp:txXfrm>
    </dsp:sp>
    <dsp:sp modelId="{0776F1A7-21E1-604C-A35B-26209A0C70FB}">
      <dsp:nvSpPr>
        <dsp:cNvPr id="0" name=""/>
        <dsp:cNvSpPr/>
      </dsp:nvSpPr>
      <dsp:spPr>
        <a:xfrm>
          <a:off x="5479789" y="2437784"/>
          <a:ext cx="464261" cy="543098"/>
        </a:xfrm>
        <a:prstGeom prst="rightArrow">
          <a:avLst>
            <a:gd name="adj1" fmla="val 60000"/>
            <a:gd name="adj2" fmla="val 5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5479789" y="2546404"/>
        <a:ext cx="324983" cy="325858"/>
      </dsp:txXfrm>
    </dsp:sp>
    <dsp:sp modelId="{BCBBD684-0B76-AD40-AA08-E451AF9941FD}">
      <dsp:nvSpPr>
        <dsp:cNvPr id="0" name=""/>
        <dsp:cNvSpPr/>
      </dsp:nvSpPr>
      <dsp:spPr>
        <a:xfrm>
          <a:off x="6136763" y="2052359"/>
          <a:ext cx="2189912" cy="1313947"/>
        </a:xfrm>
        <a:prstGeom prst="roundRect">
          <a:avLst>
            <a:gd name="adj" fmla="val 10000"/>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GB" sz="2500" kern="1200" dirty="0"/>
            <a:t>Countries need to decide</a:t>
          </a:r>
        </a:p>
      </dsp:txBody>
      <dsp:txXfrm>
        <a:off x="6175247" y="2090843"/>
        <a:ext cx="2112944" cy="1236979"/>
      </dsp:txXfrm>
    </dsp:sp>
    <dsp:sp modelId="{EF3BD0B0-4876-7147-B4B6-2A534F383373}">
      <dsp:nvSpPr>
        <dsp:cNvPr id="0" name=""/>
        <dsp:cNvSpPr/>
      </dsp:nvSpPr>
      <dsp:spPr>
        <a:xfrm>
          <a:off x="8545667" y="2437784"/>
          <a:ext cx="464261" cy="543098"/>
        </a:xfrm>
        <a:prstGeom prst="rightArrow">
          <a:avLst>
            <a:gd name="adj1" fmla="val 60000"/>
            <a:gd name="adj2" fmla="val 5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8545667" y="2546404"/>
        <a:ext cx="324983" cy="325858"/>
      </dsp:txXfrm>
    </dsp:sp>
    <dsp:sp modelId="{2CBA6870-8401-434F-B88F-E04AF9769E61}">
      <dsp:nvSpPr>
        <dsp:cNvPr id="0" name=""/>
        <dsp:cNvSpPr/>
      </dsp:nvSpPr>
      <dsp:spPr>
        <a:xfrm>
          <a:off x="9202640" y="2052359"/>
          <a:ext cx="2189912" cy="1313947"/>
        </a:xfrm>
        <a:prstGeom prst="roundRect">
          <a:avLst>
            <a:gd name="adj" fmla="val 10000"/>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GB" sz="2500" kern="1200" dirty="0"/>
            <a:t>TIER (2025)</a:t>
          </a:r>
        </a:p>
      </dsp:txBody>
      <dsp:txXfrm>
        <a:off x="9241124" y="2090843"/>
        <a:ext cx="2112944" cy="1236979"/>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sz="quarter" idx="1"/>
          </p:nvPr>
        </p:nvSpPr>
        <p:spPr>
          <a:xfrm>
            <a:off x="3970938" y="0"/>
            <a:ext cx="3037840" cy="464820"/>
          </a:xfrm>
          <a:prstGeom prst="rect">
            <a:avLst/>
          </a:prstGeom>
        </p:spPr>
        <p:txBody>
          <a:bodyPr vert="horz" lIns="93177" tIns="46589" rIns="93177" bIns="46589" rtlCol="0"/>
          <a:lstStyle>
            <a:lvl1pPr algn="r">
              <a:defRPr sz="1200"/>
            </a:lvl1pPr>
          </a:lstStyle>
          <a:p>
            <a:fld id="{0D1D1B35-6FA9-8845-A3E6-B5BF73ACF6AB}" type="datetimeFigureOut">
              <a:rPr lang="en-US" smtClean="0"/>
              <a:t>8/12/26</a:t>
            </a:fld>
            <a:endParaRPr lang="en-US"/>
          </a:p>
        </p:txBody>
      </p:sp>
      <p:sp>
        <p:nvSpPr>
          <p:cNvPr id="4" name="Footer Placeholder 3"/>
          <p:cNvSpPr>
            <a:spLocks noGrp="1"/>
          </p:cNvSpPr>
          <p:nvPr>
            <p:ph type="ftr" sz="quarter" idx="2"/>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5" name="Slide Number Placeholder 4"/>
          <p:cNvSpPr>
            <a:spLocks noGrp="1"/>
          </p:cNvSpPr>
          <p:nvPr>
            <p:ph type="sldNum" sz="quarter" idx="3"/>
          </p:nvPr>
        </p:nvSpPr>
        <p:spPr>
          <a:xfrm>
            <a:off x="3970938" y="8829967"/>
            <a:ext cx="3037840" cy="464820"/>
          </a:xfrm>
          <a:prstGeom prst="rect">
            <a:avLst/>
          </a:prstGeom>
        </p:spPr>
        <p:txBody>
          <a:bodyPr vert="horz" lIns="93177" tIns="46589" rIns="93177" bIns="46589" rtlCol="0" anchor="b"/>
          <a:lstStyle>
            <a:lvl1pPr algn="r">
              <a:defRPr sz="1200"/>
            </a:lvl1pPr>
          </a:lstStyle>
          <a:p>
            <a:fld id="{EBF7E15F-D269-1649-8FFC-FE911534F8DE}" type="slidenum">
              <a:rPr lang="en-US" smtClean="0"/>
              <a:t>‹#›</a:t>
            </a:fld>
            <a:endParaRPr lang="en-US"/>
          </a:p>
        </p:txBody>
      </p:sp>
    </p:spTree>
    <p:extLst>
      <p:ext uri="{BB962C8B-B14F-4D97-AF65-F5344CB8AC3E}">
        <p14:creationId xmlns:p14="http://schemas.microsoft.com/office/powerpoint/2010/main" val="294106673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A9DEDDDD-250C-482E-9DE6-C403974E4336}" type="datetimeFigureOut">
              <a:rPr lang="en-US" smtClean="0"/>
              <a:t>8/12/26</a:t>
            </a:fld>
            <a:endParaRPr lang="en-US"/>
          </a:p>
        </p:txBody>
      </p:sp>
      <p:sp>
        <p:nvSpPr>
          <p:cNvPr id="4" name="Slide Image Placeholder 3"/>
          <p:cNvSpPr>
            <a:spLocks noGrp="1" noRot="1" noChangeAspect="1"/>
          </p:cNvSpPr>
          <p:nvPr>
            <p:ph type="sldImg" idx="2"/>
          </p:nvPr>
        </p:nvSpPr>
        <p:spPr>
          <a:xfrm>
            <a:off x="406400" y="696913"/>
            <a:ext cx="6197600" cy="348615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B78A90D8-2647-4560-8208-F58DCE3DB525}" type="slidenum">
              <a:rPr lang="en-US" smtClean="0"/>
              <a:t>‹#›</a:t>
            </a:fld>
            <a:endParaRPr lang="en-US"/>
          </a:p>
        </p:txBody>
      </p:sp>
    </p:spTree>
    <p:extLst>
      <p:ext uri="{BB962C8B-B14F-4D97-AF65-F5344CB8AC3E}">
        <p14:creationId xmlns:p14="http://schemas.microsoft.com/office/powerpoint/2010/main" val="9342307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78A90D8-2647-4560-8208-F58DCE3DB525}" type="slidenum">
              <a:rPr lang="en-US" smtClean="0"/>
              <a:t>1</a:t>
            </a:fld>
            <a:endParaRPr lang="en-US"/>
          </a:p>
        </p:txBody>
      </p:sp>
    </p:spTree>
    <p:extLst>
      <p:ext uri="{BB962C8B-B14F-4D97-AF65-F5344CB8AC3E}">
        <p14:creationId xmlns:p14="http://schemas.microsoft.com/office/powerpoint/2010/main" val="31477831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For the last few years, we've talked about responding to crisis.</a:t>
            </a:r>
          </a:p>
          <a:p>
            <a:r>
              <a:rPr lang="en-ZA" dirty="0"/>
              <a:t>As though the funding shock we're experiencing is temporary.</a:t>
            </a:r>
          </a:p>
          <a:p>
            <a:r>
              <a:rPr lang="en-ZA" dirty="0"/>
              <a:t>But what if it isn't?</a:t>
            </a:r>
          </a:p>
          <a:p>
            <a:r>
              <a:rPr lang="en-ZA" dirty="0"/>
              <a:t>What if this isn't a storm that will pass...</a:t>
            </a:r>
          </a:p>
          <a:p>
            <a:r>
              <a:rPr lang="en-ZA" dirty="0"/>
              <a:t>...but a new climate in which HIV programmes will need to operate?</a:t>
            </a:r>
          </a:p>
          <a:p>
            <a:r>
              <a:rPr lang="en-ZA" dirty="0"/>
              <a:t>If that's true, then the challenge changes.</a:t>
            </a:r>
          </a:p>
          <a:p>
            <a:r>
              <a:rPr lang="en-ZA" dirty="0"/>
              <a:t>It is no longer simply about finding more money.</a:t>
            </a:r>
          </a:p>
          <a:p>
            <a:r>
              <a:rPr lang="en-ZA" dirty="0"/>
              <a:t>It becomes about making deliberate choices about where every dollar can have the greatest impact.</a:t>
            </a:r>
          </a:p>
          <a:p>
            <a:r>
              <a:rPr lang="en-ZA" dirty="0"/>
              <a:t>And that's what today is about.</a:t>
            </a:r>
          </a:p>
          <a:p>
            <a:endParaRPr lang="en-US" dirty="0"/>
          </a:p>
        </p:txBody>
      </p:sp>
      <p:sp>
        <p:nvSpPr>
          <p:cNvPr id="4" name="Slide Number Placeholder 3"/>
          <p:cNvSpPr>
            <a:spLocks noGrp="1"/>
          </p:cNvSpPr>
          <p:nvPr>
            <p:ph type="sldNum" sz="quarter" idx="5"/>
          </p:nvPr>
        </p:nvSpPr>
        <p:spPr/>
        <p:txBody>
          <a:bodyPr/>
          <a:lstStyle/>
          <a:p>
            <a:fld id="{B78A90D8-2647-4560-8208-F58DCE3DB525}" type="slidenum">
              <a:rPr lang="en-US" smtClean="0"/>
              <a:t>2</a:t>
            </a:fld>
            <a:endParaRPr lang="en-US"/>
          </a:p>
        </p:txBody>
      </p:sp>
    </p:spTree>
    <p:extLst>
      <p:ext uri="{BB962C8B-B14F-4D97-AF65-F5344CB8AC3E}">
        <p14:creationId xmlns:p14="http://schemas.microsoft.com/office/powerpoint/2010/main" val="4488076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We developed TIER to support countries through exactly these conversations.</a:t>
            </a:r>
          </a:p>
          <a:p>
            <a:r>
              <a:rPr lang="en-ZA" dirty="0"/>
              <a:t>Not to prescribe priorities...</a:t>
            </a:r>
          </a:p>
          <a:p>
            <a:r>
              <a:rPr lang="en-ZA" dirty="0"/>
              <a:t>but to provide a transparent process for making difficult decisions.</a:t>
            </a:r>
          </a:p>
          <a:p>
            <a:r>
              <a:rPr lang="en-ZA" dirty="0"/>
              <a:t>It combines programme data, evidence and country expertise to answer one question:</a:t>
            </a:r>
          </a:p>
          <a:p>
            <a:r>
              <a:rPr lang="en-ZA" i="1" dirty="0"/>
              <a:t>Given our context, which interventions matter most?</a:t>
            </a:r>
            <a:endParaRPr lang="en-ZA" dirty="0"/>
          </a:p>
          <a:p>
            <a:endParaRPr lang="en-US" dirty="0"/>
          </a:p>
        </p:txBody>
      </p:sp>
      <p:sp>
        <p:nvSpPr>
          <p:cNvPr id="4" name="Slide Number Placeholder 3"/>
          <p:cNvSpPr>
            <a:spLocks noGrp="1"/>
          </p:cNvSpPr>
          <p:nvPr>
            <p:ph type="sldNum" sz="quarter" idx="5"/>
          </p:nvPr>
        </p:nvSpPr>
        <p:spPr/>
        <p:txBody>
          <a:bodyPr/>
          <a:lstStyle/>
          <a:p>
            <a:fld id="{B78A90D8-2647-4560-8208-F58DCE3DB525}" type="slidenum">
              <a:rPr lang="en-US" smtClean="0"/>
              <a:t>3</a:t>
            </a:fld>
            <a:endParaRPr lang="en-US"/>
          </a:p>
        </p:txBody>
      </p:sp>
    </p:spTree>
    <p:extLst>
      <p:ext uri="{BB962C8B-B14F-4D97-AF65-F5344CB8AC3E}">
        <p14:creationId xmlns:p14="http://schemas.microsoft.com/office/powerpoint/2010/main" val="27056852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One of the things we found most encouraging...</a:t>
            </a:r>
          </a:p>
          <a:p>
            <a:r>
              <a:rPr lang="en-ZA" dirty="0"/>
              <a:t>was that this wasn't simply a Ministry of Health exercise.</a:t>
            </a:r>
          </a:p>
          <a:p>
            <a:r>
              <a:rPr lang="en-ZA" dirty="0"/>
              <a:t>Community organizations adapted the framework as well.</a:t>
            </a:r>
          </a:p>
          <a:p>
            <a:r>
              <a:rPr lang="en-ZA" dirty="0"/>
              <a:t>Suddenly governments, civil society and partners were discussing priorities using a common language.</a:t>
            </a:r>
          </a:p>
          <a:p>
            <a:r>
              <a:rPr lang="en-ZA" dirty="0"/>
              <a:t>That fundamentally changed the conversation.</a:t>
            </a:r>
          </a:p>
          <a:p>
            <a:endParaRPr lang="en-US" dirty="0"/>
          </a:p>
        </p:txBody>
      </p:sp>
      <p:sp>
        <p:nvSpPr>
          <p:cNvPr id="4" name="Slide Number Placeholder 3"/>
          <p:cNvSpPr>
            <a:spLocks noGrp="1"/>
          </p:cNvSpPr>
          <p:nvPr>
            <p:ph type="sldNum" sz="quarter" idx="5"/>
          </p:nvPr>
        </p:nvSpPr>
        <p:spPr/>
        <p:txBody>
          <a:bodyPr/>
          <a:lstStyle/>
          <a:p>
            <a:fld id="{B78A90D8-2647-4560-8208-F58DCE3DB525}" type="slidenum">
              <a:rPr lang="en-US" smtClean="0"/>
              <a:t>4</a:t>
            </a:fld>
            <a:endParaRPr lang="en-US"/>
          </a:p>
        </p:txBody>
      </p:sp>
    </p:spTree>
    <p:extLst>
      <p:ext uri="{BB962C8B-B14F-4D97-AF65-F5344CB8AC3E}">
        <p14:creationId xmlns:p14="http://schemas.microsoft.com/office/powerpoint/2010/main" val="40738273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And then something interesting happened.</a:t>
            </a:r>
          </a:p>
          <a:p>
            <a:r>
              <a:rPr lang="en-ZA" dirty="0"/>
              <a:t>Countries kept asking us the same question.</a:t>
            </a:r>
          </a:p>
          <a:p>
            <a:r>
              <a:rPr lang="en-ZA" dirty="0"/>
              <a:t>"You've helped us prioritize."</a:t>
            </a:r>
          </a:p>
          <a:p>
            <a:r>
              <a:rPr lang="en-ZA" dirty="0"/>
              <a:t>"Now tell us..."</a:t>
            </a:r>
          </a:p>
          <a:p>
            <a:r>
              <a:rPr lang="en-ZA" dirty="0"/>
              <a:t>Which intervention saves the most lives?</a:t>
            </a:r>
          </a:p>
          <a:p>
            <a:r>
              <a:rPr lang="en-ZA" dirty="0"/>
              <a:t>Which delivers the greatest return?</a:t>
            </a:r>
          </a:p>
          <a:p>
            <a:r>
              <a:rPr lang="en-ZA" dirty="0"/>
              <a:t>What happens if we invest here instead of there?</a:t>
            </a:r>
          </a:p>
          <a:p>
            <a:r>
              <a:rPr lang="en-ZA" dirty="0"/>
              <a:t>They weren't looking for another ranking.</a:t>
            </a:r>
          </a:p>
          <a:p>
            <a:r>
              <a:rPr lang="en-ZA" dirty="0"/>
              <a:t>They wanted evidence about the consequences of their decisions.</a:t>
            </a:r>
          </a:p>
          <a:p>
            <a:endParaRPr lang="en-US" dirty="0"/>
          </a:p>
        </p:txBody>
      </p:sp>
      <p:sp>
        <p:nvSpPr>
          <p:cNvPr id="4" name="Slide Number Placeholder 3"/>
          <p:cNvSpPr>
            <a:spLocks noGrp="1"/>
          </p:cNvSpPr>
          <p:nvPr>
            <p:ph type="sldNum" sz="quarter" idx="5"/>
          </p:nvPr>
        </p:nvSpPr>
        <p:spPr/>
        <p:txBody>
          <a:bodyPr/>
          <a:lstStyle/>
          <a:p>
            <a:fld id="{B78A90D8-2647-4560-8208-F58DCE3DB525}" type="slidenum">
              <a:rPr lang="en-US" smtClean="0"/>
              <a:t>5</a:t>
            </a:fld>
            <a:endParaRPr lang="en-US"/>
          </a:p>
        </p:txBody>
      </p:sp>
    </p:spTree>
    <p:extLst>
      <p:ext uri="{BB962C8B-B14F-4D97-AF65-F5344CB8AC3E}">
        <p14:creationId xmlns:p14="http://schemas.microsoft.com/office/powerpoint/2010/main" val="27003095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TIER-Plus wasn't developed because TIER failed.</a:t>
            </a:r>
          </a:p>
          <a:p>
            <a:r>
              <a:rPr lang="en-ZA" dirty="0"/>
              <a:t>It was developed because countries asked the next question.</a:t>
            </a:r>
          </a:p>
          <a:p>
            <a:r>
              <a:rPr lang="en-ZA" dirty="0"/>
              <a:t>If TIER helps us decide...</a:t>
            </a:r>
          </a:p>
          <a:p>
            <a:r>
              <a:rPr lang="en-ZA" dirty="0"/>
              <a:t>can you also estimate what happens after we decide?</a:t>
            </a:r>
          </a:p>
          <a:p>
            <a:r>
              <a:rPr lang="en-ZA" dirty="0"/>
              <a:t>Can you estimate costs?</a:t>
            </a:r>
          </a:p>
          <a:p>
            <a:r>
              <a:rPr lang="en-ZA" dirty="0"/>
              <a:t>Can you estimate outcomes?</a:t>
            </a:r>
          </a:p>
          <a:p>
            <a:r>
              <a:rPr lang="en-ZA" dirty="0"/>
              <a:t>Can you compare scenarios?</a:t>
            </a:r>
          </a:p>
          <a:p>
            <a:r>
              <a:rPr lang="en-ZA" dirty="0"/>
              <a:t>That's exactly what you'll see in Dr Nichols’ presentation later today.</a:t>
            </a:r>
          </a:p>
          <a:p>
            <a:endParaRPr lang="en-US" dirty="0"/>
          </a:p>
        </p:txBody>
      </p:sp>
      <p:sp>
        <p:nvSpPr>
          <p:cNvPr id="4" name="Slide Number Placeholder 3"/>
          <p:cNvSpPr>
            <a:spLocks noGrp="1"/>
          </p:cNvSpPr>
          <p:nvPr>
            <p:ph type="sldNum" sz="quarter" idx="5"/>
          </p:nvPr>
        </p:nvSpPr>
        <p:spPr/>
        <p:txBody>
          <a:bodyPr/>
          <a:lstStyle/>
          <a:p>
            <a:fld id="{B78A90D8-2647-4560-8208-F58DCE3DB525}" type="slidenum">
              <a:rPr lang="en-US" smtClean="0"/>
              <a:t>6</a:t>
            </a:fld>
            <a:endParaRPr lang="en-US"/>
          </a:p>
        </p:txBody>
      </p:sp>
    </p:spTree>
    <p:extLst>
      <p:ext uri="{BB962C8B-B14F-4D97-AF65-F5344CB8AC3E}">
        <p14:creationId xmlns:p14="http://schemas.microsoft.com/office/powerpoint/2010/main" val="141197200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jp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jp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jp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jp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jp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jp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jp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jpg"/></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4.jpg"/><Relationship Id="rId4"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jpg"/><Relationship Id="rId4"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C7081AA5-7072-CAD6-E7D6-68369E16A009}"/>
              </a:ext>
            </a:extLst>
          </p:cNvPr>
          <p:cNvSpPr/>
          <p:nvPr userDrawn="1"/>
        </p:nvSpPr>
        <p:spPr>
          <a:xfrm>
            <a:off x="0" y="5836625"/>
            <a:ext cx="12192000" cy="1036842"/>
          </a:xfrm>
          <a:prstGeom prst="rect">
            <a:avLst/>
          </a:prstGeom>
          <a:gradFill flip="none" rotWithShape="1">
            <a:gsLst>
              <a:gs pos="0">
                <a:srgbClr val="022169">
                  <a:shade val="30000"/>
                  <a:satMod val="115000"/>
                </a:srgbClr>
              </a:gs>
              <a:gs pos="54000">
                <a:srgbClr val="022169">
                  <a:shade val="67500"/>
                  <a:satMod val="115000"/>
                </a:srgbClr>
              </a:gs>
              <a:gs pos="85000">
                <a:schemeClr val="tx2"/>
              </a:gs>
            </a:gsLst>
            <a:lin ang="54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C4894A7E-AA0D-BDAB-E949-D6E608D1C044}"/>
              </a:ext>
            </a:extLst>
          </p:cNvPr>
          <p:cNvSpPr txBox="1"/>
          <p:nvPr userDrawn="1"/>
        </p:nvSpPr>
        <p:spPr>
          <a:xfrm>
            <a:off x="10149319" y="1423480"/>
            <a:ext cx="1834134" cy="283796"/>
          </a:xfrm>
          <a:prstGeom prst="rect">
            <a:avLst/>
          </a:prstGeom>
          <a:noFill/>
        </p:spPr>
        <p:txBody>
          <a:bodyPr wrap="square" rtlCol="0">
            <a:spAutoFit/>
          </a:bodyPr>
          <a:lstStyle/>
          <a:p>
            <a:pPr>
              <a:lnSpc>
                <a:spcPct val="150000"/>
              </a:lnSpc>
            </a:pPr>
            <a:r>
              <a:rPr lang="en-US" sz="950">
                <a:solidFill>
                  <a:schemeClr val="bg1"/>
                </a:solidFill>
                <a:latin typeface="Century Gothic" panose="020B0502020202020204" pitchFamily="34" charset="0"/>
              </a:rPr>
              <a:t>cquin.icap.columbia.edu</a:t>
            </a:r>
          </a:p>
        </p:txBody>
      </p:sp>
      <p:pic>
        <p:nvPicPr>
          <p:cNvPr id="7" name="Picture 6" descr="A group of flags in a row&#10;&#10;Description automatically generated">
            <a:extLst>
              <a:ext uri="{FF2B5EF4-FFF2-40B4-BE49-F238E27FC236}">
                <a16:creationId xmlns:a16="http://schemas.microsoft.com/office/drawing/2014/main" id="{142E1DDD-1193-5B3C-38DE-84EBF72EBBCE}"/>
              </a:ext>
            </a:extLst>
          </p:cNvPr>
          <p:cNvPicPr>
            <a:picLocks noChangeAspect="1"/>
          </p:cNvPicPr>
          <p:nvPr userDrawn="1"/>
        </p:nvPicPr>
        <p:blipFill rotWithShape="1">
          <a:blip r:embed="rId2"/>
          <a:srcRect t="84888"/>
          <a:stretch/>
        </p:blipFill>
        <p:spPr>
          <a:xfrm>
            <a:off x="25522" y="5894248"/>
            <a:ext cx="12197656" cy="1036842"/>
          </a:xfrm>
          <a:prstGeom prst="rect">
            <a:avLst/>
          </a:prstGeom>
        </p:spPr>
      </p:pic>
      <p:sp>
        <p:nvSpPr>
          <p:cNvPr id="9" name="Subtitle 2">
            <a:extLst>
              <a:ext uri="{FF2B5EF4-FFF2-40B4-BE49-F238E27FC236}">
                <a16:creationId xmlns:a16="http://schemas.microsoft.com/office/drawing/2014/main" id="{8A1564E6-4A42-A1A2-FC04-7853181BD24E}"/>
              </a:ext>
            </a:extLst>
          </p:cNvPr>
          <p:cNvSpPr>
            <a:spLocks noGrp="1"/>
          </p:cNvSpPr>
          <p:nvPr>
            <p:ph type="subTitle" idx="1"/>
          </p:nvPr>
        </p:nvSpPr>
        <p:spPr>
          <a:xfrm>
            <a:off x="2946054" y="3809087"/>
            <a:ext cx="6387638" cy="962190"/>
          </a:xfrm>
        </p:spPr>
        <p:txBody>
          <a:bodyPr>
            <a:normAutofit/>
          </a:bodyPr>
          <a:lstStyle>
            <a:lvl1pPr marL="0" indent="0" algn="l">
              <a:buNone/>
              <a:defRPr sz="1800">
                <a:solidFill>
                  <a:schemeClr val="tx1"/>
                </a:solidFill>
                <a:latin typeface="+mn-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10" name="Title 1">
            <a:extLst>
              <a:ext uri="{FF2B5EF4-FFF2-40B4-BE49-F238E27FC236}">
                <a16:creationId xmlns:a16="http://schemas.microsoft.com/office/drawing/2014/main" id="{5D192D40-4BB2-68E5-E60F-ABC4F4AB5914}"/>
              </a:ext>
            </a:extLst>
          </p:cNvPr>
          <p:cNvSpPr>
            <a:spLocks noGrp="1"/>
          </p:cNvSpPr>
          <p:nvPr>
            <p:ph type="title" hasCustomPrompt="1"/>
          </p:nvPr>
        </p:nvSpPr>
        <p:spPr>
          <a:xfrm>
            <a:off x="2946054" y="1915746"/>
            <a:ext cx="6387639" cy="1827156"/>
          </a:xfrm>
        </p:spPr>
        <p:txBody>
          <a:bodyPr anchor="ctr">
            <a:noAutofit/>
          </a:bodyPr>
          <a:lstStyle>
            <a:lvl1pPr algn="l">
              <a:defRPr sz="5400" b="1">
                <a:solidFill>
                  <a:schemeClr val="tx2"/>
                </a:solidFill>
                <a:latin typeface="Century Gothic" panose="020B0502020202020204" pitchFamily="34" charset="0"/>
              </a:defRPr>
            </a:lvl1pPr>
          </a:lstStyle>
          <a:p>
            <a:r>
              <a:rPr lang="en-US" dirty="0"/>
              <a:t>CLICK TO EDIT</a:t>
            </a:r>
          </a:p>
        </p:txBody>
      </p:sp>
      <p:pic>
        <p:nvPicPr>
          <p:cNvPr id="16" name="Picture 15">
            <a:extLst>
              <a:ext uri="{FF2B5EF4-FFF2-40B4-BE49-F238E27FC236}">
                <a16:creationId xmlns:a16="http://schemas.microsoft.com/office/drawing/2014/main" id="{E4760A2C-E0A2-DFDA-3618-C86C7F544092}"/>
              </a:ext>
            </a:extLst>
          </p:cNvPr>
          <p:cNvPicPr>
            <a:picLocks noChangeAspect="1"/>
          </p:cNvPicPr>
          <p:nvPr userDrawn="1"/>
        </p:nvPicPr>
        <p:blipFill>
          <a:blip r:embed="rId3"/>
          <a:srcRect t="18223" b="29048"/>
          <a:stretch>
            <a:fillRect/>
          </a:stretch>
        </p:blipFill>
        <p:spPr>
          <a:xfrm>
            <a:off x="9103540" y="328405"/>
            <a:ext cx="2999448" cy="822834"/>
          </a:xfrm>
          <a:prstGeom prst="rect">
            <a:avLst/>
          </a:prstGeom>
        </p:spPr>
      </p:pic>
      <p:pic>
        <p:nvPicPr>
          <p:cNvPr id="4" name="Picture 3">
            <a:extLst>
              <a:ext uri="{FF2B5EF4-FFF2-40B4-BE49-F238E27FC236}">
                <a16:creationId xmlns:a16="http://schemas.microsoft.com/office/drawing/2014/main" id="{0F32F0CB-1918-D9A6-2F7A-6D3981FF080D}"/>
              </a:ext>
            </a:extLst>
          </p:cNvPr>
          <p:cNvPicPr>
            <a:picLocks noChangeAspect="1"/>
          </p:cNvPicPr>
          <p:nvPr userDrawn="1"/>
        </p:nvPicPr>
        <p:blipFill>
          <a:blip r:embed="rId4"/>
          <a:stretch>
            <a:fillRect/>
          </a:stretch>
        </p:blipFill>
        <p:spPr>
          <a:xfrm>
            <a:off x="4651637" y="145657"/>
            <a:ext cx="2105213" cy="1230347"/>
          </a:xfrm>
          <a:prstGeom prst="rect">
            <a:avLst/>
          </a:prstGeom>
        </p:spPr>
      </p:pic>
      <p:pic>
        <p:nvPicPr>
          <p:cNvPr id="11" name="Picture 10">
            <a:extLst>
              <a:ext uri="{FF2B5EF4-FFF2-40B4-BE49-F238E27FC236}">
                <a16:creationId xmlns:a16="http://schemas.microsoft.com/office/drawing/2014/main" id="{476E9AD3-58FF-D9C0-D385-20197483F78C}"/>
              </a:ext>
            </a:extLst>
          </p:cNvPr>
          <p:cNvPicPr>
            <a:picLocks noChangeAspect="1"/>
          </p:cNvPicPr>
          <p:nvPr userDrawn="1"/>
        </p:nvPicPr>
        <p:blipFill>
          <a:blip r:embed="rId5"/>
          <a:srcRect l="11061" t="19826" r="12983" b="21652"/>
          <a:stretch>
            <a:fillRect/>
          </a:stretch>
        </p:blipFill>
        <p:spPr>
          <a:xfrm>
            <a:off x="6781126" y="422422"/>
            <a:ext cx="2184850" cy="647363"/>
          </a:xfrm>
          <a:prstGeom prst="rect">
            <a:avLst/>
          </a:prstGeom>
        </p:spPr>
      </p:pic>
    </p:spTree>
    <p:extLst>
      <p:ext uri="{BB962C8B-B14F-4D97-AF65-F5344CB8AC3E}">
        <p14:creationId xmlns:p14="http://schemas.microsoft.com/office/powerpoint/2010/main" val="2364885152"/>
      </p:ext>
    </p:extLst>
  </p:cSld>
  <p:clrMapOvr>
    <a:masterClrMapping/>
  </p:clrMapOvr>
  <p:extLst>
    <p:ext uri="{DCECCB84-F9BA-43D5-87BE-67443E8EF086}">
      <p15:sldGuideLst xmlns:p15="http://schemas.microsoft.com/office/powerpoint/2012/main">
        <p15:guide id="1" orient="horz" pos="624" userDrawn="1">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1_Title Slide w/ Photo">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8EC02EE-9661-4A18-8A8F-B0942498E6ED}"/>
              </a:ext>
            </a:extLst>
          </p:cNvPr>
          <p:cNvSpPr/>
          <p:nvPr/>
        </p:nvSpPr>
        <p:spPr>
          <a:xfrm>
            <a:off x="0" y="1"/>
            <a:ext cx="12192000" cy="6857999"/>
          </a:xfrm>
          <a:prstGeom prst="rect">
            <a:avLst/>
          </a:prstGeom>
          <a:gradFill flip="none" rotWithShape="1">
            <a:gsLst>
              <a:gs pos="0">
                <a:srgbClr val="022169">
                  <a:shade val="30000"/>
                  <a:satMod val="115000"/>
                </a:srgbClr>
              </a:gs>
              <a:gs pos="46000">
                <a:srgbClr val="022169">
                  <a:shade val="67500"/>
                  <a:satMod val="115000"/>
                </a:srgbClr>
              </a:gs>
              <a:gs pos="84000">
                <a:schemeClr val="tx2"/>
              </a:gs>
            </a:gsLst>
            <a:lin ang="78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Subtitle 2">
            <a:extLst>
              <a:ext uri="{FF2B5EF4-FFF2-40B4-BE49-F238E27FC236}">
                <a16:creationId xmlns:a16="http://schemas.microsoft.com/office/drawing/2014/main" id="{880606FA-C36B-44EE-91CC-23E328C62D24}"/>
              </a:ext>
            </a:extLst>
          </p:cNvPr>
          <p:cNvSpPr>
            <a:spLocks noGrp="1"/>
          </p:cNvSpPr>
          <p:nvPr>
            <p:ph type="subTitle" idx="1"/>
          </p:nvPr>
        </p:nvSpPr>
        <p:spPr>
          <a:xfrm>
            <a:off x="818857" y="3681248"/>
            <a:ext cx="6387638" cy="962190"/>
          </a:xfrm>
        </p:spPr>
        <p:txBody>
          <a:bodyPr>
            <a:normAutofit/>
          </a:bodyPr>
          <a:lstStyle>
            <a:lvl1pPr marL="0" indent="0" algn="l">
              <a:buNone/>
              <a:defRPr sz="1800">
                <a:solidFill>
                  <a:schemeClr val="bg1">
                    <a:lumMod val="95000"/>
                  </a:schemeClr>
                </a:solidFill>
                <a:latin typeface="+mn-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14" name="Title 1">
            <a:extLst>
              <a:ext uri="{FF2B5EF4-FFF2-40B4-BE49-F238E27FC236}">
                <a16:creationId xmlns:a16="http://schemas.microsoft.com/office/drawing/2014/main" id="{EB746CDD-D828-4CA9-922F-39CA5C1B8DE9}"/>
              </a:ext>
            </a:extLst>
          </p:cNvPr>
          <p:cNvSpPr>
            <a:spLocks noGrp="1"/>
          </p:cNvSpPr>
          <p:nvPr>
            <p:ph type="title" hasCustomPrompt="1"/>
          </p:nvPr>
        </p:nvSpPr>
        <p:spPr>
          <a:xfrm>
            <a:off x="818858" y="1838673"/>
            <a:ext cx="6387639" cy="1827156"/>
          </a:xfrm>
        </p:spPr>
        <p:txBody>
          <a:bodyPr anchor="ctr">
            <a:noAutofit/>
          </a:bodyPr>
          <a:lstStyle>
            <a:lvl1pPr algn="l">
              <a:defRPr sz="5400" b="1">
                <a:solidFill>
                  <a:srgbClr val="FFFFFF"/>
                </a:solidFill>
                <a:latin typeface="Century Gothic" panose="020B0502020202020204" pitchFamily="34" charset="0"/>
              </a:defRPr>
            </a:lvl1pPr>
          </a:lstStyle>
          <a:p>
            <a:r>
              <a:rPr lang="en-US" dirty="0"/>
              <a:t>CLICK TO EDIT</a:t>
            </a:r>
          </a:p>
        </p:txBody>
      </p:sp>
      <p:sp>
        <p:nvSpPr>
          <p:cNvPr id="5" name="Picture Placeholder 4">
            <a:extLst>
              <a:ext uri="{FF2B5EF4-FFF2-40B4-BE49-F238E27FC236}">
                <a16:creationId xmlns:a16="http://schemas.microsoft.com/office/drawing/2014/main" id="{F5496835-195E-E9F4-3CBE-7C62F6DAC962}"/>
              </a:ext>
            </a:extLst>
          </p:cNvPr>
          <p:cNvSpPr>
            <a:spLocks noGrp="1"/>
          </p:cNvSpPr>
          <p:nvPr>
            <p:ph type="pic" sz="quarter" idx="10"/>
          </p:nvPr>
        </p:nvSpPr>
        <p:spPr>
          <a:xfrm>
            <a:off x="7495953" y="0"/>
            <a:ext cx="4696047" cy="6858000"/>
          </a:xfrm>
          <a:solidFill>
            <a:schemeClr val="bg1"/>
          </a:solidFill>
        </p:spPr>
        <p:txBody>
          <a:bodyPr anchor="ctr"/>
          <a:lstStyle>
            <a:lvl1pPr algn="ctr">
              <a:defRPr spc="300">
                <a:solidFill>
                  <a:schemeClr val="bg1"/>
                </a:solidFill>
              </a:defRPr>
            </a:lvl1pPr>
          </a:lstStyle>
          <a:p>
            <a:r>
              <a:rPr lang="en-US"/>
              <a:t>Click icon to add picture</a:t>
            </a:r>
          </a:p>
        </p:txBody>
      </p:sp>
      <p:pic>
        <p:nvPicPr>
          <p:cNvPr id="4" name="Picture 3">
            <a:extLst>
              <a:ext uri="{FF2B5EF4-FFF2-40B4-BE49-F238E27FC236}">
                <a16:creationId xmlns:a16="http://schemas.microsoft.com/office/drawing/2014/main" id="{5278E33B-5176-ACDC-B646-DDED4A645DAB}"/>
              </a:ext>
            </a:extLst>
          </p:cNvPr>
          <p:cNvPicPr>
            <a:picLocks noChangeAspect="1"/>
          </p:cNvPicPr>
          <p:nvPr userDrawn="1"/>
        </p:nvPicPr>
        <p:blipFill>
          <a:blip r:embed="rId2"/>
          <a:srcRect t="18223" b="29048"/>
          <a:stretch>
            <a:fillRect/>
          </a:stretch>
        </p:blipFill>
        <p:spPr>
          <a:xfrm>
            <a:off x="10251710" y="6171207"/>
            <a:ext cx="1677854" cy="460283"/>
          </a:xfrm>
          <a:prstGeom prst="rect">
            <a:avLst/>
          </a:prstGeom>
        </p:spPr>
      </p:pic>
      <p:pic>
        <p:nvPicPr>
          <p:cNvPr id="7" name="Picture 6">
            <a:extLst>
              <a:ext uri="{FF2B5EF4-FFF2-40B4-BE49-F238E27FC236}">
                <a16:creationId xmlns:a16="http://schemas.microsoft.com/office/drawing/2014/main" id="{1036CAB1-CB93-7C39-6525-25EEBDEB3CAC}"/>
              </a:ext>
            </a:extLst>
          </p:cNvPr>
          <p:cNvPicPr>
            <a:picLocks noChangeAspect="1"/>
          </p:cNvPicPr>
          <p:nvPr userDrawn="1"/>
        </p:nvPicPr>
        <p:blipFill>
          <a:blip r:embed="rId3"/>
          <a:stretch>
            <a:fillRect/>
          </a:stretch>
        </p:blipFill>
        <p:spPr>
          <a:xfrm>
            <a:off x="7896359" y="6076611"/>
            <a:ext cx="1177629" cy="688240"/>
          </a:xfrm>
          <a:prstGeom prst="rect">
            <a:avLst/>
          </a:prstGeom>
        </p:spPr>
      </p:pic>
      <p:pic>
        <p:nvPicPr>
          <p:cNvPr id="10" name="Picture 9">
            <a:extLst>
              <a:ext uri="{FF2B5EF4-FFF2-40B4-BE49-F238E27FC236}">
                <a16:creationId xmlns:a16="http://schemas.microsoft.com/office/drawing/2014/main" id="{9703AA27-BD0A-BD20-D03A-395AB87DE283}"/>
              </a:ext>
            </a:extLst>
          </p:cNvPr>
          <p:cNvPicPr>
            <a:picLocks noChangeAspect="1"/>
          </p:cNvPicPr>
          <p:nvPr userDrawn="1"/>
        </p:nvPicPr>
        <p:blipFill>
          <a:blip r:embed="rId4"/>
          <a:srcRect l="11061" t="19826" r="12983" b="21652"/>
          <a:stretch>
            <a:fillRect/>
          </a:stretch>
        </p:blipFill>
        <p:spPr>
          <a:xfrm>
            <a:off x="9053181" y="6229948"/>
            <a:ext cx="1222178" cy="362127"/>
          </a:xfrm>
          <a:prstGeom prst="rect">
            <a:avLst/>
          </a:prstGeom>
        </p:spPr>
      </p:pic>
    </p:spTree>
    <p:extLst>
      <p:ext uri="{BB962C8B-B14F-4D97-AF65-F5344CB8AC3E}">
        <p14:creationId xmlns:p14="http://schemas.microsoft.com/office/powerpoint/2010/main" val="3908484019"/>
      </p:ext>
    </p:extLst>
  </p:cSld>
  <p:clrMapOvr>
    <a:masterClrMapping/>
  </p:clrMapOvr>
  <p:hf hdr="0" ftr="0" dt="0"/>
  <p:extLst>
    <p:ext uri="{DCECCB84-F9BA-43D5-87BE-67443E8EF086}">
      <p15:sldGuideLst xmlns:p15="http://schemas.microsoft.com/office/powerpoint/2012/main">
        <p15:guide id="1" orient="horz" pos="4128" userDrawn="1">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2_Divider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839DF82-A038-4DAB-A858-F7EBC5209F7E}"/>
              </a:ext>
            </a:extLst>
          </p:cNvPr>
          <p:cNvSpPr/>
          <p:nvPr/>
        </p:nvSpPr>
        <p:spPr>
          <a:xfrm>
            <a:off x="0" y="-4003"/>
            <a:ext cx="12192000" cy="5700795"/>
          </a:xfrm>
          <a:prstGeom prst="rect">
            <a:avLst/>
          </a:prstGeom>
          <a:gradFill flip="none" rotWithShape="1">
            <a:gsLst>
              <a:gs pos="0">
                <a:srgbClr val="022169">
                  <a:shade val="30000"/>
                  <a:satMod val="115000"/>
                </a:srgbClr>
              </a:gs>
              <a:gs pos="54000">
                <a:srgbClr val="022169">
                  <a:shade val="67500"/>
                  <a:satMod val="115000"/>
                </a:srgbClr>
              </a:gs>
              <a:gs pos="85000">
                <a:schemeClr val="tx2"/>
              </a:gs>
            </a:gsLst>
            <a:lin ang="54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Title 1"/>
          <p:cNvSpPr>
            <a:spLocks noGrp="1"/>
          </p:cNvSpPr>
          <p:nvPr>
            <p:ph type="title" hasCustomPrompt="1"/>
          </p:nvPr>
        </p:nvSpPr>
        <p:spPr>
          <a:xfrm>
            <a:off x="2444262" y="3896069"/>
            <a:ext cx="7321061" cy="900863"/>
          </a:xfrm>
        </p:spPr>
        <p:txBody>
          <a:bodyPr anchor="t">
            <a:normAutofit/>
          </a:bodyPr>
          <a:lstStyle>
            <a:lvl1pPr algn="ctr">
              <a:defRPr sz="4000" b="1">
                <a:solidFill>
                  <a:srgbClr val="FFFFFF"/>
                </a:solidFill>
              </a:defRPr>
            </a:lvl1pPr>
          </a:lstStyle>
          <a:p>
            <a:r>
              <a:rPr lang="en-US"/>
              <a:t>CLICK TO EDIT</a:t>
            </a:r>
          </a:p>
        </p:txBody>
      </p:sp>
      <p:sp>
        <p:nvSpPr>
          <p:cNvPr id="3" name="Picture Placeholder 2">
            <a:extLst>
              <a:ext uri="{FF2B5EF4-FFF2-40B4-BE49-F238E27FC236}">
                <a16:creationId xmlns:a16="http://schemas.microsoft.com/office/drawing/2014/main" id="{897CDB90-7F95-46D7-9750-A473B620A466}"/>
              </a:ext>
            </a:extLst>
          </p:cNvPr>
          <p:cNvSpPr>
            <a:spLocks noGrp="1"/>
          </p:cNvSpPr>
          <p:nvPr>
            <p:ph type="pic" sz="quarter" idx="10"/>
          </p:nvPr>
        </p:nvSpPr>
        <p:spPr>
          <a:xfrm>
            <a:off x="4918475" y="1074861"/>
            <a:ext cx="2355050" cy="2354138"/>
          </a:xfrm>
          <a:prstGeom prst="ellipse">
            <a:avLst/>
          </a:prstGeom>
        </p:spPr>
        <p:txBody>
          <a:bodyPr anchor="ctr"/>
          <a:lstStyle>
            <a:lvl1pPr marL="0" indent="0" algn="ctr">
              <a:buNone/>
              <a:defRPr spc="300">
                <a:solidFill>
                  <a:schemeClr val="bg1"/>
                </a:solidFill>
              </a:defRPr>
            </a:lvl1pPr>
          </a:lstStyle>
          <a:p>
            <a:r>
              <a:rPr lang="en-US"/>
              <a:t>Click icon to add picture</a:t>
            </a:r>
          </a:p>
        </p:txBody>
      </p:sp>
      <p:pic>
        <p:nvPicPr>
          <p:cNvPr id="5" name="Picture 4">
            <a:extLst>
              <a:ext uri="{FF2B5EF4-FFF2-40B4-BE49-F238E27FC236}">
                <a16:creationId xmlns:a16="http://schemas.microsoft.com/office/drawing/2014/main" id="{C33EAF69-E6BF-7572-B13E-E45A899B8AE7}"/>
              </a:ext>
            </a:extLst>
          </p:cNvPr>
          <p:cNvPicPr>
            <a:picLocks noChangeAspect="1"/>
          </p:cNvPicPr>
          <p:nvPr userDrawn="1"/>
        </p:nvPicPr>
        <p:blipFill>
          <a:blip r:embed="rId2"/>
          <a:srcRect t="18223" b="29048"/>
          <a:stretch>
            <a:fillRect/>
          </a:stretch>
        </p:blipFill>
        <p:spPr>
          <a:xfrm>
            <a:off x="9861568" y="5879540"/>
            <a:ext cx="2225653" cy="610560"/>
          </a:xfrm>
          <a:prstGeom prst="rect">
            <a:avLst/>
          </a:prstGeom>
        </p:spPr>
      </p:pic>
      <p:pic>
        <p:nvPicPr>
          <p:cNvPr id="9" name="Picture 8">
            <a:extLst>
              <a:ext uri="{FF2B5EF4-FFF2-40B4-BE49-F238E27FC236}">
                <a16:creationId xmlns:a16="http://schemas.microsoft.com/office/drawing/2014/main" id="{AF9B92DE-258E-6C75-9B8C-33F4526163F3}"/>
              </a:ext>
            </a:extLst>
          </p:cNvPr>
          <p:cNvPicPr>
            <a:picLocks noChangeAspect="1"/>
          </p:cNvPicPr>
          <p:nvPr userDrawn="1"/>
        </p:nvPicPr>
        <p:blipFill>
          <a:blip r:embed="rId3"/>
          <a:stretch>
            <a:fillRect/>
          </a:stretch>
        </p:blipFill>
        <p:spPr>
          <a:xfrm>
            <a:off x="6613643" y="5783505"/>
            <a:ext cx="1562112" cy="912943"/>
          </a:xfrm>
          <a:prstGeom prst="rect">
            <a:avLst/>
          </a:prstGeom>
        </p:spPr>
      </p:pic>
      <p:pic>
        <p:nvPicPr>
          <p:cNvPr id="11" name="Picture 10">
            <a:extLst>
              <a:ext uri="{FF2B5EF4-FFF2-40B4-BE49-F238E27FC236}">
                <a16:creationId xmlns:a16="http://schemas.microsoft.com/office/drawing/2014/main" id="{19085D5C-6031-E1E3-1274-F32E87BF93DE}"/>
              </a:ext>
            </a:extLst>
          </p:cNvPr>
          <p:cNvPicPr>
            <a:picLocks noChangeAspect="1"/>
          </p:cNvPicPr>
          <p:nvPr userDrawn="1"/>
        </p:nvPicPr>
        <p:blipFill>
          <a:blip r:embed="rId4"/>
          <a:srcRect l="11061" t="19826" r="12983" b="21652"/>
          <a:stretch>
            <a:fillRect/>
          </a:stretch>
        </p:blipFill>
        <p:spPr>
          <a:xfrm>
            <a:off x="8211874" y="5973557"/>
            <a:ext cx="1621204" cy="480357"/>
          </a:xfrm>
          <a:prstGeom prst="rect">
            <a:avLst/>
          </a:prstGeom>
        </p:spPr>
      </p:pic>
    </p:spTree>
    <p:extLst>
      <p:ext uri="{BB962C8B-B14F-4D97-AF65-F5344CB8AC3E}">
        <p14:creationId xmlns:p14="http://schemas.microsoft.com/office/powerpoint/2010/main" val="65510297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4_Photo + Conten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5E28A67-3D2A-47FE-8FEE-BEDC483737C0}"/>
              </a:ext>
            </a:extLst>
          </p:cNvPr>
          <p:cNvSpPr/>
          <p:nvPr/>
        </p:nvSpPr>
        <p:spPr>
          <a:xfrm rot="10800000">
            <a:off x="6896100" y="0"/>
            <a:ext cx="5295900" cy="6858000"/>
          </a:xfrm>
          <a:prstGeom prst="rect">
            <a:avLst/>
          </a:prstGeom>
          <a:gradFill flip="none" rotWithShape="1">
            <a:gsLst>
              <a:gs pos="0">
                <a:srgbClr val="022169">
                  <a:shade val="30000"/>
                  <a:satMod val="115000"/>
                </a:srgbClr>
              </a:gs>
              <a:gs pos="50000">
                <a:srgbClr val="022169">
                  <a:shade val="67500"/>
                  <a:satMod val="115000"/>
                </a:srgbClr>
              </a:gs>
              <a:gs pos="100000">
                <a:schemeClr val="tx2"/>
              </a:gs>
            </a:gsLst>
            <a:path path="circle">
              <a:fillToRect l="100000" t="100000"/>
            </a:path>
            <a:tileRect r="-100000" b="-1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Picture Placeholder 2"/>
          <p:cNvSpPr>
            <a:spLocks noGrp="1"/>
          </p:cNvSpPr>
          <p:nvPr>
            <p:ph type="pic" idx="1"/>
          </p:nvPr>
        </p:nvSpPr>
        <p:spPr>
          <a:xfrm>
            <a:off x="2" y="0"/>
            <a:ext cx="6896098" cy="6858000"/>
          </a:xfrm>
        </p:spPr>
        <p:txBody>
          <a:bodyPr anchor="ctr">
            <a:normAutofit/>
          </a:bodyPr>
          <a:lstStyle>
            <a:lvl1pPr marL="0" indent="0" algn="ctr">
              <a:buNone/>
              <a:defRPr sz="2800" spc="300">
                <a:solidFill>
                  <a:schemeClr val="bg2">
                    <a:lumMod val="90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14" name="Title 1"/>
          <p:cNvSpPr>
            <a:spLocks noGrp="1"/>
          </p:cNvSpPr>
          <p:nvPr>
            <p:ph type="title"/>
          </p:nvPr>
        </p:nvSpPr>
        <p:spPr>
          <a:xfrm>
            <a:off x="7381496" y="508000"/>
            <a:ext cx="4366006" cy="850899"/>
          </a:xfrm>
        </p:spPr>
        <p:txBody>
          <a:bodyPr anchor="t">
            <a:noAutofit/>
          </a:bodyPr>
          <a:lstStyle>
            <a:lvl1pPr algn="l">
              <a:defRPr sz="2800" b="1">
                <a:solidFill>
                  <a:srgbClr val="FFFFFF"/>
                </a:solidFill>
              </a:defRPr>
            </a:lvl1pPr>
          </a:lstStyle>
          <a:p>
            <a:r>
              <a:rPr lang="en-US"/>
              <a:t>Click to edit Master title style</a:t>
            </a:r>
          </a:p>
        </p:txBody>
      </p:sp>
      <p:sp>
        <p:nvSpPr>
          <p:cNvPr id="3" name="Text Placeholder 2">
            <a:extLst>
              <a:ext uri="{FF2B5EF4-FFF2-40B4-BE49-F238E27FC236}">
                <a16:creationId xmlns:a16="http://schemas.microsoft.com/office/drawing/2014/main" id="{B4FC8C91-517A-E263-7CC8-86DAE9667CA9}"/>
              </a:ext>
            </a:extLst>
          </p:cNvPr>
          <p:cNvSpPr>
            <a:spLocks noGrp="1"/>
          </p:cNvSpPr>
          <p:nvPr>
            <p:ph type="body" sz="quarter" idx="10"/>
          </p:nvPr>
        </p:nvSpPr>
        <p:spPr>
          <a:xfrm>
            <a:off x="7381495" y="1600200"/>
            <a:ext cx="4366006" cy="4483100"/>
          </a:xfrm>
        </p:spPr>
        <p:txBody>
          <a:bodyPr/>
          <a:lstStyle>
            <a:lvl1pPr marL="0" indent="0">
              <a:lnSpc>
                <a:spcPct val="100000"/>
              </a:lnSpc>
              <a:spcBef>
                <a:spcPts val="0"/>
              </a:spcBef>
              <a:spcAft>
                <a:spcPts val="600"/>
              </a:spcAft>
              <a:buFont typeface="Arial" panose="020B0604020202020204" pitchFamily="34" charset="0"/>
              <a:buNone/>
              <a:defRPr sz="1800" b="1">
                <a:solidFill>
                  <a:schemeClr val="bg1"/>
                </a:solidFill>
              </a:defRPr>
            </a:lvl1pPr>
            <a:lvl2pPr marL="742950" indent="-285750">
              <a:lnSpc>
                <a:spcPct val="100000"/>
              </a:lnSpc>
              <a:spcBef>
                <a:spcPts val="0"/>
              </a:spcBef>
              <a:spcAft>
                <a:spcPts val="600"/>
              </a:spcAft>
              <a:buFont typeface="Arial" panose="020B0604020202020204" pitchFamily="34" charset="0"/>
              <a:buChar char="•"/>
              <a:defRPr sz="1800" b="1">
                <a:solidFill>
                  <a:schemeClr val="bg1"/>
                </a:solidFill>
              </a:defRPr>
            </a:lvl2pPr>
            <a:lvl3pPr marL="1143000" indent="-228600">
              <a:lnSpc>
                <a:spcPct val="100000"/>
              </a:lnSpc>
              <a:spcBef>
                <a:spcPts val="0"/>
              </a:spcBef>
              <a:spcAft>
                <a:spcPts val="600"/>
              </a:spcAft>
              <a:buFont typeface="Arial" panose="020B0604020202020204" pitchFamily="34" charset="0"/>
              <a:buChar char="•"/>
              <a:defRPr sz="1800">
                <a:solidFill>
                  <a:schemeClr val="bg1"/>
                </a:solidFill>
              </a:defRPr>
            </a:lvl3pPr>
            <a:lvl4pPr marL="1600200" indent="-228600">
              <a:lnSpc>
                <a:spcPct val="100000"/>
              </a:lnSpc>
              <a:spcBef>
                <a:spcPts val="0"/>
              </a:spcBef>
              <a:spcAft>
                <a:spcPts val="600"/>
              </a:spcAft>
              <a:buFont typeface="Arial" panose="020B0604020202020204" pitchFamily="34" charset="0"/>
              <a:buChar char="•"/>
              <a:defRPr sz="1600">
                <a:solidFill>
                  <a:schemeClr val="bg1"/>
                </a:solidFill>
              </a:defRPr>
            </a:lvl4pPr>
            <a:lvl5pPr marL="2057400" indent="-228600">
              <a:lnSpc>
                <a:spcPct val="100000"/>
              </a:lnSpc>
              <a:spcBef>
                <a:spcPts val="0"/>
              </a:spcBef>
              <a:spcAft>
                <a:spcPts val="600"/>
              </a:spcAft>
              <a:buFont typeface="Arial" panose="020B0604020202020204" pitchFamily="34" charset="0"/>
              <a:buChar cha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Picture 4">
            <a:extLst>
              <a:ext uri="{FF2B5EF4-FFF2-40B4-BE49-F238E27FC236}">
                <a16:creationId xmlns:a16="http://schemas.microsoft.com/office/drawing/2014/main" id="{1BCCCEF4-45A0-6D4C-F98A-FB9C5F59B8F2}"/>
              </a:ext>
            </a:extLst>
          </p:cNvPr>
          <p:cNvPicPr>
            <a:picLocks noChangeAspect="1"/>
          </p:cNvPicPr>
          <p:nvPr userDrawn="1"/>
        </p:nvPicPr>
        <p:blipFill>
          <a:blip r:embed="rId2"/>
          <a:srcRect t="18223" b="29048"/>
          <a:stretch>
            <a:fillRect/>
          </a:stretch>
        </p:blipFill>
        <p:spPr>
          <a:xfrm>
            <a:off x="2455662" y="6201292"/>
            <a:ext cx="1677854" cy="460283"/>
          </a:xfrm>
          <a:prstGeom prst="rect">
            <a:avLst/>
          </a:prstGeom>
        </p:spPr>
      </p:pic>
      <p:pic>
        <p:nvPicPr>
          <p:cNvPr id="7" name="Picture 6">
            <a:extLst>
              <a:ext uri="{FF2B5EF4-FFF2-40B4-BE49-F238E27FC236}">
                <a16:creationId xmlns:a16="http://schemas.microsoft.com/office/drawing/2014/main" id="{D6A62485-103A-B181-E88F-8F179D383079}"/>
              </a:ext>
            </a:extLst>
          </p:cNvPr>
          <p:cNvPicPr>
            <a:picLocks noChangeAspect="1"/>
          </p:cNvPicPr>
          <p:nvPr userDrawn="1"/>
        </p:nvPicPr>
        <p:blipFill>
          <a:blip r:embed="rId3"/>
          <a:stretch>
            <a:fillRect/>
          </a:stretch>
        </p:blipFill>
        <p:spPr>
          <a:xfrm>
            <a:off x="100311" y="6106696"/>
            <a:ext cx="1177629" cy="688240"/>
          </a:xfrm>
          <a:prstGeom prst="rect">
            <a:avLst/>
          </a:prstGeom>
        </p:spPr>
      </p:pic>
      <p:pic>
        <p:nvPicPr>
          <p:cNvPr id="10" name="Picture 9">
            <a:extLst>
              <a:ext uri="{FF2B5EF4-FFF2-40B4-BE49-F238E27FC236}">
                <a16:creationId xmlns:a16="http://schemas.microsoft.com/office/drawing/2014/main" id="{F761D614-8A7C-F47D-1330-6E638594C49C}"/>
              </a:ext>
            </a:extLst>
          </p:cNvPr>
          <p:cNvPicPr>
            <a:picLocks noChangeAspect="1"/>
          </p:cNvPicPr>
          <p:nvPr userDrawn="1"/>
        </p:nvPicPr>
        <p:blipFill>
          <a:blip r:embed="rId4"/>
          <a:srcRect l="11061" t="19826" r="12983" b="21652"/>
          <a:stretch>
            <a:fillRect/>
          </a:stretch>
        </p:blipFill>
        <p:spPr>
          <a:xfrm>
            <a:off x="1257133" y="6260033"/>
            <a:ext cx="1222178" cy="362127"/>
          </a:xfrm>
          <a:prstGeom prst="rect">
            <a:avLst/>
          </a:prstGeom>
        </p:spPr>
      </p:pic>
    </p:spTree>
    <p:extLst>
      <p:ext uri="{BB962C8B-B14F-4D97-AF65-F5344CB8AC3E}">
        <p14:creationId xmlns:p14="http://schemas.microsoft.com/office/powerpoint/2010/main" val="4066176194"/>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5_Content + sideba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861666C-989C-531F-168B-432D99E96F9A}"/>
              </a:ext>
            </a:extLst>
          </p:cNvPr>
          <p:cNvSpPr/>
          <p:nvPr/>
        </p:nvSpPr>
        <p:spPr>
          <a:xfrm rot="10800000">
            <a:off x="6896100" y="0"/>
            <a:ext cx="5295900" cy="6858000"/>
          </a:xfrm>
          <a:prstGeom prst="rect">
            <a:avLst/>
          </a:prstGeom>
          <a:gradFill flip="none" rotWithShape="1">
            <a:gsLst>
              <a:gs pos="0">
                <a:srgbClr val="022169">
                  <a:shade val="30000"/>
                  <a:satMod val="115000"/>
                </a:srgbClr>
              </a:gs>
              <a:gs pos="50000">
                <a:srgbClr val="022169">
                  <a:shade val="67500"/>
                  <a:satMod val="115000"/>
                </a:srgbClr>
              </a:gs>
              <a:gs pos="100000">
                <a:schemeClr val="tx2"/>
              </a:gs>
            </a:gsLst>
            <a:path path="circle">
              <a:fillToRect l="100000" t="100000"/>
            </a:path>
            <a:tileRect r="-100000" b="-1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Text Placeholder 3"/>
          <p:cNvSpPr>
            <a:spLocks noGrp="1"/>
          </p:cNvSpPr>
          <p:nvPr>
            <p:ph type="body" sz="half" idx="2" hasCustomPrompt="1"/>
          </p:nvPr>
        </p:nvSpPr>
        <p:spPr>
          <a:xfrm>
            <a:off x="7619999" y="517382"/>
            <a:ext cx="3959605" cy="4551088"/>
          </a:xfrm>
        </p:spPr>
        <p:txBody>
          <a:bodyPr/>
          <a:lstStyle>
            <a:lvl1pPr marL="0" indent="0" algn="ctr">
              <a:buNone/>
              <a:defRPr sz="1800" b="1">
                <a:solidFill>
                  <a:schemeClr val="bg1">
                    <a:lumMod val="9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a:t>
            </a:r>
          </a:p>
          <a:p>
            <a:pPr lvl="0"/>
            <a:endParaRPr lang="en-US"/>
          </a:p>
        </p:txBody>
      </p:sp>
      <p:sp>
        <p:nvSpPr>
          <p:cNvPr id="14" name="Title 1"/>
          <p:cNvSpPr>
            <a:spLocks noGrp="1"/>
          </p:cNvSpPr>
          <p:nvPr>
            <p:ph type="title"/>
          </p:nvPr>
        </p:nvSpPr>
        <p:spPr>
          <a:xfrm>
            <a:off x="612396" y="520700"/>
            <a:ext cx="6140742" cy="838199"/>
          </a:xfrm>
        </p:spPr>
        <p:txBody>
          <a:bodyPr anchor="t">
            <a:normAutofit/>
          </a:bodyPr>
          <a:lstStyle>
            <a:lvl1pPr algn="l">
              <a:defRPr sz="2800" b="1">
                <a:solidFill>
                  <a:srgbClr val="022169"/>
                </a:solidFill>
              </a:defRPr>
            </a:lvl1pPr>
          </a:lstStyle>
          <a:p>
            <a:r>
              <a:rPr lang="en-US"/>
              <a:t>Click to edit Master title style</a:t>
            </a:r>
          </a:p>
        </p:txBody>
      </p:sp>
      <p:sp>
        <p:nvSpPr>
          <p:cNvPr id="3" name="Text Placeholder 2">
            <a:extLst>
              <a:ext uri="{FF2B5EF4-FFF2-40B4-BE49-F238E27FC236}">
                <a16:creationId xmlns:a16="http://schemas.microsoft.com/office/drawing/2014/main" id="{C5B81281-E39B-231E-47D2-649DE2D92094}"/>
              </a:ext>
            </a:extLst>
          </p:cNvPr>
          <p:cNvSpPr>
            <a:spLocks noGrp="1"/>
          </p:cNvSpPr>
          <p:nvPr>
            <p:ph type="body" sz="quarter" idx="10"/>
          </p:nvPr>
        </p:nvSpPr>
        <p:spPr>
          <a:xfrm>
            <a:off x="612775" y="1511300"/>
            <a:ext cx="6140450" cy="4738688"/>
          </a:xfrm>
        </p:spPr>
        <p:txBody>
          <a:bodyPr/>
          <a:lstStyle>
            <a:lvl1pPr marL="0" indent="0">
              <a:lnSpc>
                <a:spcPct val="100000"/>
              </a:lnSpc>
              <a:spcBef>
                <a:spcPts val="0"/>
              </a:spcBef>
              <a:spcAft>
                <a:spcPts val="600"/>
              </a:spcAft>
              <a:buFont typeface="Arial" panose="020B0604020202020204" pitchFamily="34" charset="0"/>
              <a:buNone/>
              <a:defRPr sz="1800" b="1">
                <a:solidFill>
                  <a:schemeClr val="tx1">
                    <a:lumMod val="85000"/>
                    <a:lumOff val="15000"/>
                  </a:schemeClr>
                </a:solidFill>
              </a:defRPr>
            </a:lvl1pPr>
            <a:lvl2pPr marL="742950" indent="-285750">
              <a:lnSpc>
                <a:spcPct val="100000"/>
              </a:lnSpc>
              <a:spcBef>
                <a:spcPts val="0"/>
              </a:spcBef>
              <a:spcAft>
                <a:spcPts val="600"/>
              </a:spcAft>
              <a:buFont typeface="Arial" panose="020B0604020202020204" pitchFamily="34" charset="0"/>
              <a:buChar char="•"/>
              <a:defRPr sz="1800" b="1">
                <a:solidFill>
                  <a:schemeClr val="tx1">
                    <a:lumMod val="85000"/>
                    <a:lumOff val="15000"/>
                  </a:schemeClr>
                </a:solidFill>
              </a:defRPr>
            </a:lvl2pPr>
            <a:lvl3pPr marL="1200150" indent="-285750">
              <a:lnSpc>
                <a:spcPct val="100000"/>
              </a:lnSpc>
              <a:spcBef>
                <a:spcPts val="0"/>
              </a:spcBef>
              <a:spcAft>
                <a:spcPts val="600"/>
              </a:spcAft>
              <a:buFont typeface="Arial" panose="020B0604020202020204" pitchFamily="34" charset="0"/>
              <a:buChar char="•"/>
              <a:defRPr sz="1800">
                <a:solidFill>
                  <a:schemeClr val="tx1">
                    <a:lumMod val="85000"/>
                    <a:lumOff val="15000"/>
                  </a:schemeClr>
                </a:solidFill>
              </a:defRPr>
            </a:lvl3pPr>
            <a:lvl4pPr marL="1657350" indent="-285750">
              <a:lnSpc>
                <a:spcPct val="100000"/>
              </a:lnSpc>
              <a:spcBef>
                <a:spcPts val="0"/>
              </a:spcBef>
              <a:spcAft>
                <a:spcPts val="600"/>
              </a:spcAft>
              <a:buFont typeface="Arial" panose="020B0604020202020204" pitchFamily="34" charset="0"/>
              <a:buChar char="•"/>
              <a:defRPr>
                <a:solidFill>
                  <a:schemeClr val="tx1">
                    <a:lumMod val="85000"/>
                    <a:lumOff val="15000"/>
                  </a:schemeClr>
                </a:solidFill>
              </a:defRPr>
            </a:lvl4pPr>
            <a:lvl5pPr marL="2114550" indent="-285750">
              <a:lnSpc>
                <a:spcPct val="100000"/>
              </a:lnSpc>
              <a:spcBef>
                <a:spcPts val="0"/>
              </a:spcBef>
              <a:spcAft>
                <a:spcPts val="600"/>
              </a:spcAft>
              <a:buFont typeface="Arial" panose="020B0604020202020204" pitchFamily="34" charset="0"/>
              <a:buChar char="•"/>
              <a:defRPr>
                <a:solidFill>
                  <a:schemeClr val="tx1">
                    <a:lumMod val="85000"/>
                    <a:lumOff val="1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Picture 4">
            <a:extLst>
              <a:ext uri="{FF2B5EF4-FFF2-40B4-BE49-F238E27FC236}">
                <a16:creationId xmlns:a16="http://schemas.microsoft.com/office/drawing/2014/main" id="{48BD4C52-58D8-54CE-7547-A3E8F515E5DD}"/>
              </a:ext>
            </a:extLst>
          </p:cNvPr>
          <p:cNvPicPr>
            <a:picLocks noChangeAspect="1"/>
          </p:cNvPicPr>
          <p:nvPr userDrawn="1"/>
        </p:nvPicPr>
        <p:blipFill>
          <a:blip r:embed="rId2"/>
          <a:srcRect t="18223" b="29048"/>
          <a:stretch>
            <a:fillRect/>
          </a:stretch>
        </p:blipFill>
        <p:spPr>
          <a:xfrm>
            <a:off x="2455662" y="6201292"/>
            <a:ext cx="1677854" cy="460283"/>
          </a:xfrm>
          <a:prstGeom prst="rect">
            <a:avLst/>
          </a:prstGeom>
        </p:spPr>
      </p:pic>
      <p:pic>
        <p:nvPicPr>
          <p:cNvPr id="8" name="Picture 7">
            <a:extLst>
              <a:ext uri="{FF2B5EF4-FFF2-40B4-BE49-F238E27FC236}">
                <a16:creationId xmlns:a16="http://schemas.microsoft.com/office/drawing/2014/main" id="{3714F713-0C3A-C54C-8E64-AA09AA1D3E59}"/>
              </a:ext>
            </a:extLst>
          </p:cNvPr>
          <p:cNvPicPr>
            <a:picLocks noChangeAspect="1"/>
          </p:cNvPicPr>
          <p:nvPr userDrawn="1"/>
        </p:nvPicPr>
        <p:blipFill>
          <a:blip r:embed="rId3"/>
          <a:stretch>
            <a:fillRect/>
          </a:stretch>
        </p:blipFill>
        <p:spPr>
          <a:xfrm>
            <a:off x="100311" y="6106696"/>
            <a:ext cx="1177629" cy="688240"/>
          </a:xfrm>
          <a:prstGeom prst="rect">
            <a:avLst/>
          </a:prstGeom>
        </p:spPr>
      </p:pic>
      <p:pic>
        <p:nvPicPr>
          <p:cNvPr id="11" name="Picture 10">
            <a:extLst>
              <a:ext uri="{FF2B5EF4-FFF2-40B4-BE49-F238E27FC236}">
                <a16:creationId xmlns:a16="http://schemas.microsoft.com/office/drawing/2014/main" id="{5417DD41-87A3-F340-FADD-8123ECA36110}"/>
              </a:ext>
            </a:extLst>
          </p:cNvPr>
          <p:cNvPicPr>
            <a:picLocks noChangeAspect="1"/>
          </p:cNvPicPr>
          <p:nvPr userDrawn="1"/>
        </p:nvPicPr>
        <p:blipFill>
          <a:blip r:embed="rId4"/>
          <a:srcRect l="11061" t="19826" r="12983" b="21652"/>
          <a:stretch>
            <a:fillRect/>
          </a:stretch>
        </p:blipFill>
        <p:spPr>
          <a:xfrm>
            <a:off x="1257133" y="6260033"/>
            <a:ext cx="1222178" cy="362127"/>
          </a:xfrm>
          <a:prstGeom prst="rect">
            <a:avLst/>
          </a:prstGeom>
        </p:spPr>
      </p:pic>
    </p:spTree>
    <p:extLst>
      <p:ext uri="{BB962C8B-B14F-4D97-AF65-F5344CB8AC3E}">
        <p14:creationId xmlns:p14="http://schemas.microsoft.com/office/powerpoint/2010/main" val="1981619521"/>
      </p:ext>
    </p:extLst>
  </p:cSld>
  <p:clrMapOvr>
    <a:masterClrMapping/>
  </p:clrMapOvr>
  <p:hf hdr="0" ftr="0" dt="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6_Content + sideba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861666C-989C-531F-168B-432D99E96F9A}"/>
              </a:ext>
            </a:extLst>
          </p:cNvPr>
          <p:cNvSpPr/>
          <p:nvPr/>
        </p:nvSpPr>
        <p:spPr>
          <a:xfrm rot="10800000">
            <a:off x="-347" y="0"/>
            <a:ext cx="5295900" cy="6858000"/>
          </a:xfrm>
          <a:prstGeom prst="rect">
            <a:avLst/>
          </a:prstGeom>
          <a:gradFill flip="none" rotWithShape="1">
            <a:gsLst>
              <a:gs pos="0">
                <a:srgbClr val="022169">
                  <a:shade val="30000"/>
                  <a:satMod val="115000"/>
                </a:srgbClr>
              </a:gs>
              <a:gs pos="50000">
                <a:srgbClr val="022169">
                  <a:shade val="67500"/>
                  <a:satMod val="115000"/>
                </a:srgbClr>
              </a:gs>
              <a:gs pos="100000">
                <a:schemeClr val="tx2"/>
              </a:gs>
            </a:gsLst>
            <a:path path="circle">
              <a:fillToRect l="100000" t="100000"/>
            </a:path>
            <a:tileRect r="-100000" b="-1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Text Placeholder 3"/>
          <p:cNvSpPr>
            <a:spLocks noGrp="1"/>
          </p:cNvSpPr>
          <p:nvPr>
            <p:ph type="body" sz="half" idx="2" hasCustomPrompt="1"/>
          </p:nvPr>
        </p:nvSpPr>
        <p:spPr>
          <a:xfrm>
            <a:off x="712320" y="517380"/>
            <a:ext cx="3959605" cy="4551088"/>
          </a:xfrm>
        </p:spPr>
        <p:txBody>
          <a:bodyPr/>
          <a:lstStyle>
            <a:lvl1pPr marL="0" indent="0" algn="ctr">
              <a:buNone/>
              <a:defRPr sz="1800" b="1">
                <a:solidFill>
                  <a:schemeClr val="bg1">
                    <a:lumMod val="9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a:t>
            </a:r>
          </a:p>
          <a:p>
            <a:pPr lvl="0"/>
            <a:endParaRPr lang="en-US" dirty="0"/>
          </a:p>
        </p:txBody>
      </p:sp>
      <p:sp>
        <p:nvSpPr>
          <p:cNvPr id="14" name="Title 1"/>
          <p:cNvSpPr>
            <a:spLocks noGrp="1"/>
          </p:cNvSpPr>
          <p:nvPr>
            <p:ph type="title"/>
          </p:nvPr>
        </p:nvSpPr>
        <p:spPr>
          <a:xfrm>
            <a:off x="5701216" y="520700"/>
            <a:ext cx="6140742" cy="838199"/>
          </a:xfrm>
        </p:spPr>
        <p:txBody>
          <a:bodyPr anchor="t">
            <a:normAutofit/>
          </a:bodyPr>
          <a:lstStyle>
            <a:lvl1pPr algn="l">
              <a:defRPr sz="2800" b="1">
                <a:solidFill>
                  <a:srgbClr val="022169"/>
                </a:solidFill>
              </a:defRPr>
            </a:lvl1pPr>
          </a:lstStyle>
          <a:p>
            <a:r>
              <a:rPr lang="en-US"/>
              <a:t>Click to edit Master title style</a:t>
            </a:r>
          </a:p>
        </p:txBody>
      </p:sp>
      <p:sp>
        <p:nvSpPr>
          <p:cNvPr id="3" name="Text Placeholder 2">
            <a:extLst>
              <a:ext uri="{FF2B5EF4-FFF2-40B4-BE49-F238E27FC236}">
                <a16:creationId xmlns:a16="http://schemas.microsoft.com/office/drawing/2014/main" id="{C5B81281-E39B-231E-47D2-649DE2D92094}"/>
              </a:ext>
            </a:extLst>
          </p:cNvPr>
          <p:cNvSpPr>
            <a:spLocks noGrp="1"/>
          </p:cNvSpPr>
          <p:nvPr>
            <p:ph type="body" sz="quarter" idx="10"/>
          </p:nvPr>
        </p:nvSpPr>
        <p:spPr>
          <a:xfrm>
            <a:off x="5701595" y="1511300"/>
            <a:ext cx="6140450" cy="4738688"/>
          </a:xfrm>
        </p:spPr>
        <p:txBody>
          <a:bodyPr/>
          <a:lstStyle>
            <a:lvl1pPr marL="0" indent="0">
              <a:lnSpc>
                <a:spcPct val="100000"/>
              </a:lnSpc>
              <a:spcBef>
                <a:spcPts val="0"/>
              </a:spcBef>
              <a:spcAft>
                <a:spcPts val="600"/>
              </a:spcAft>
              <a:buFont typeface="Arial" panose="020B0604020202020204" pitchFamily="34" charset="0"/>
              <a:buNone/>
              <a:defRPr sz="1800" b="1">
                <a:solidFill>
                  <a:schemeClr val="tx1">
                    <a:lumMod val="85000"/>
                    <a:lumOff val="15000"/>
                  </a:schemeClr>
                </a:solidFill>
              </a:defRPr>
            </a:lvl1pPr>
            <a:lvl2pPr marL="742950" indent="-285750">
              <a:lnSpc>
                <a:spcPct val="100000"/>
              </a:lnSpc>
              <a:spcBef>
                <a:spcPts val="0"/>
              </a:spcBef>
              <a:spcAft>
                <a:spcPts val="600"/>
              </a:spcAft>
              <a:buFont typeface="Arial" panose="020B0604020202020204" pitchFamily="34" charset="0"/>
              <a:buChar char="•"/>
              <a:defRPr sz="1800" b="1">
                <a:solidFill>
                  <a:schemeClr val="tx1">
                    <a:lumMod val="85000"/>
                    <a:lumOff val="15000"/>
                  </a:schemeClr>
                </a:solidFill>
              </a:defRPr>
            </a:lvl2pPr>
            <a:lvl3pPr marL="1200150" indent="-285750">
              <a:lnSpc>
                <a:spcPct val="100000"/>
              </a:lnSpc>
              <a:spcBef>
                <a:spcPts val="0"/>
              </a:spcBef>
              <a:spcAft>
                <a:spcPts val="600"/>
              </a:spcAft>
              <a:buFont typeface="Arial" panose="020B0604020202020204" pitchFamily="34" charset="0"/>
              <a:buChar char="•"/>
              <a:defRPr sz="1800">
                <a:solidFill>
                  <a:schemeClr val="tx1">
                    <a:lumMod val="85000"/>
                    <a:lumOff val="15000"/>
                  </a:schemeClr>
                </a:solidFill>
              </a:defRPr>
            </a:lvl3pPr>
            <a:lvl4pPr marL="1657350" indent="-285750">
              <a:lnSpc>
                <a:spcPct val="100000"/>
              </a:lnSpc>
              <a:spcBef>
                <a:spcPts val="0"/>
              </a:spcBef>
              <a:spcAft>
                <a:spcPts val="600"/>
              </a:spcAft>
              <a:buFont typeface="Arial" panose="020B0604020202020204" pitchFamily="34" charset="0"/>
              <a:buChar char="•"/>
              <a:defRPr>
                <a:solidFill>
                  <a:schemeClr val="tx1">
                    <a:lumMod val="85000"/>
                    <a:lumOff val="15000"/>
                  </a:schemeClr>
                </a:solidFill>
              </a:defRPr>
            </a:lvl4pPr>
            <a:lvl5pPr marL="2114550" indent="-285750">
              <a:lnSpc>
                <a:spcPct val="100000"/>
              </a:lnSpc>
              <a:spcBef>
                <a:spcPts val="0"/>
              </a:spcBef>
              <a:spcAft>
                <a:spcPts val="600"/>
              </a:spcAft>
              <a:buFont typeface="Arial" panose="020B0604020202020204" pitchFamily="34" charset="0"/>
              <a:buChar char="•"/>
              <a:defRPr>
                <a:solidFill>
                  <a:schemeClr val="tx1">
                    <a:lumMod val="85000"/>
                    <a:lumOff val="1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Picture 4">
            <a:extLst>
              <a:ext uri="{FF2B5EF4-FFF2-40B4-BE49-F238E27FC236}">
                <a16:creationId xmlns:a16="http://schemas.microsoft.com/office/drawing/2014/main" id="{A0D4C755-F3DF-F661-7EDD-F3B0543E25E0}"/>
              </a:ext>
            </a:extLst>
          </p:cNvPr>
          <p:cNvPicPr>
            <a:picLocks noChangeAspect="1"/>
          </p:cNvPicPr>
          <p:nvPr userDrawn="1"/>
        </p:nvPicPr>
        <p:blipFill>
          <a:blip r:embed="rId2"/>
          <a:srcRect t="18223" b="29048"/>
          <a:stretch>
            <a:fillRect/>
          </a:stretch>
        </p:blipFill>
        <p:spPr>
          <a:xfrm>
            <a:off x="10251710" y="6171207"/>
            <a:ext cx="1677854" cy="460283"/>
          </a:xfrm>
          <a:prstGeom prst="rect">
            <a:avLst/>
          </a:prstGeom>
        </p:spPr>
      </p:pic>
      <p:pic>
        <p:nvPicPr>
          <p:cNvPr id="8" name="Picture 7">
            <a:extLst>
              <a:ext uri="{FF2B5EF4-FFF2-40B4-BE49-F238E27FC236}">
                <a16:creationId xmlns:a16="http://schemas.microsoft.com/office/drawing/2014/main" id="{01B6DC81-0334-DE0B-F578-58C8C24877A3}"/>
              </a:ext>
            </a:extLst>
          </p:cNvPr>
          <p:cNvPicPr>
            <a:picLocks noChangeAspect="1"/>
          </p:cNvPicPr>
          <p:nvPr userDrawn="1"/>
        </p:nvPicPr>
        <p:blipFill>
          <a:blip r:embed="rId3"/>
          <a:stretch>
            <a:fillRect/>
          </a:stretch>
        </p:blipFill>
        <p:spPr>
          <a:xfrm>
            <a:off x="7896359" y="6076611"/>
            <a:ext cx="1177629" cy="688240"/>
          </a:xfrm>
          <a:prstGeom prst="rect">
            <a:avLst/>
          </a:prstGeom>
        </p:spPr>
      </p:pic>
      <p:pic>
        <p:nvPicPr>
          <p:cNvPr id="11" name="Picture 10">
            <a:extLst>
              <a:ext uri="{FF2B5EF4-FFF2-40B4-BE49-F238E27FC236}">
                <a16:creationId xmlns:a16="http://schemas.microsoft.com/office/drawing/2014/main" id="{0F681036-2D76-4698-978A-BF20C747B93D}"/>
              </a:ext>
            </a:extLst>
          </p:cNvPr>
          <p:cNvPicPr>
            <a:picLocks noChangeAspect="1"/>
          </p:cNvPicPr>
          <p:nvPr userDrawn="1"/>
        </p:nvPicPr>
        <p:blipFill>
          <a:blip r:embed="rId4"/>
          <a:srcRect l="11061" t="19826" r="12983" b="21652"/>
          <a:stretch>
            <a:fillRect/>
          </a:stretch>
        </p:blipFill>
        <p:spPr>
          <a:xfrm>
            <a:off x="9053181" y="6229948"/>
            <a:ext cx="1222178" cy="362127"/>
          </a:xfrm>
          <a:prstGeom prst="rect">
            <a:avLst/>
          </a:prstGeom>
        </p:spPr>
      </p:pic>
    </p:spTree>
    <p:extLst>
      <p:ext uri="{BB962C8B-B14F-4D97-AF65-F5344CB8AC3E}">
        <p14:creationId xmlns:p14="http://schemas.microsoft.com/office/powerpoint/2010/main" val="3468603217"/>
      </p:ext>
    </p:extLst>
  </p:cSld>
  <p:clrMapOvr>
    <a:masterClrMapping/>
  </p:clrMapOvr>
  <p:hf hdr="0" ftr="0" dt="0"/>
  <p:extLst>
    <p:ext uri="{DCECCB84-F9BA-43D5-87BE-67443E8EF086}">
      <p15:sldGuideLst xmlns:p15="http://schemas.microsoft.com/office/powerpoint/2012/main">
        <p15:guide id="1" orient="horz" pos="312" userDrawn="1">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6_Conten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6F7FE98-6B0C-4514-B978-11C7B1F2E18D}"/>
              </a:ext>
            </a:extLst>
          </p:cNvPr>
          <p:cNvSpPr/>
          <p:nvPr/>
        </p:nvSpPr>
        <p:spPr>
          <a:xfrm>
            <a:off x="0" y="0"/>
            <a:ext cx="1535185" cy="6858000"/>
          </a:xfrm>
          <a:prstGeom prst="rect">
            <a:avLst/>
          </a:prstGeom>
          <a:gradFill flip="none" rotWithShape="1">
            <a:gsLst>
              <a:gs pos="0">
                <a:srgbClr val="022169">
                  <a:shade val="30000"/>
                  <a:satMod val="115000"/>
                </a:srgbClr>
              </a:gs>
              <a:gs pos="38000">
                <a:srgbClr val="022169">
                  <a:shade val="67500"/>
                  <a:satMod val="115000"/>
                </a:srgbClr>
              </a:gs>
              <a:gs pos="100000">
                <a:schemeClr val="tx2"/>
              </a:gs>
            </a:gsLst>
            <a:lin ang="1620000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Title 1"/>
          <p:cNvSpPr>
            <a:spLocks noGrp="1"/>
          </p:cNvSpPr>
          <p:nvPr>
            <p:ph type="title"/>
          </p:nvPr>
        </p:nvSpPr>
        <p:spPr>
          <a:xfrm>
            <a:off x="1964317" y="520700"/>
            <a:ext cx="9144456" cy="838199"/>
          </a:xfrm>
        </p:spPr>
        <p:txBody>
          <a:bodyPr anchor="t">
            <a:normAutofit/>
          </a:bodyPr>
          <a:lstStyle>
            <a:lvl1pPr algn="l">
              <a:defRPr sz="2800" b="1">
                <a:solidFill>
                  <a:srgbClr val="022169"/>
                </a:solidFill>
              </a:defRPr>
            </a:lvl1pPr>
          </a:lstStyle>
          <a:p>
            <a:r>
              <a:rPr lang="en-US"/>
              <a:t>Click to edit Master title style</a:t>
            </a:r>
          </a:p>
        </p:txBody>
      </p:sp>
      <p:sp>
        <p:nvSpPr>
          <p:cNvPr id="9" name="Content Placeholder 8">
            <a:extLst>
              <a:ext uri="{FF2B5EF4-FFF2-40B4-BE49-F238E27FC236}">
                <a16:creationId xmlns:a16="http://schemas.microsoft.com/office/drawing/2014/main" id="{07491C50-1E72-808D-96D0-D53D36DB48E6}"/>
              </a:ext>
            </a:extLst>
          </p:cNvPr>
          <p:cNvSpPr>
            <a:spLocks noGrp="1"/>
          </p:cNvSpPr>
          <p:nvPr>
            <p:ph sz="quarter" idx="11"/>
          </p:nvPr>
        </p:nvSpPr>
        <p:spPr>
          <a:xfrm>
            <a:off x="1964318" y="1511300"/>
            <a:ext cx="9145008" cy="47386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Picture 4">
            <a:extLst>
              <a:ext uri="{FF2B5EF4-FFF2-40B4-BE49-F238E27FC236}">
                <a16:creationId xmlns:a16="http://schemas.microsoft.com/office/drawing/2014/main" id="{7A97B79B-1CD9-7614-6D80-A6F373CC0702}"/>
              </a:ext>
            </a:extLst>
          </p:cNvPr>
          <p:cNvPicPr>
            <a:picLocks noChangeAspect="1"/>
          </p:cNvPicPr>
          <p:nvPr userDrawn="1"/>
        </p:nvPicPr>
        <p:blipFill>
          <a:blip r:embed="rId2"/>
          <a:srcRect t="18223" b="29048"/>
          <a:stretch>
            <a:fillRect/>
          </a:stretch>
        </p:blipFill>
        <p:spPr>
          <a:xfrm>
            <a:off x="10251710" y="6171207"/>
            <a:ext cx="1677854" cy="460283"/>
          </a:xfrm>
          <a:prstGeom prst="rect">
            <a:avLst/>
          </a:prstGeom>
        </p:spPr>
      </p:pic>
      <p:pic>
        <p:nvPicPr>
          <p:cNvPr id="8" name="Picture 7">
            <a:extLst>
              <a:ext uri="{FF2B5EF4-FFF2-40B4-BE49-F238E27FC236}">
                <a16:creationId xmlns:a16="http://schemas.microsoft.com/office/drawing/2014/main" id="{B4FCA507-EF7E-3C35-2F9B-63A09A302A84}"/>
              </a:ext>
            </a:extLst>
          </p:cNvPr>
          <p:cNvPicPr>
            <a:picLocks noChangeAspect="1"/>
          </p:cNvPicPr>
          <p:nvPr userDrawn="1"/>
        </p:nvPicPr>
        <p:blipFill>
          <a:blip r:embed="rId3"/>
          <a:stretch>
            <a:fillRect/>
          </a:stretch>
        </p:blipFill>
        <p:spPr>
          <a:xfrm>
            <a:off x="7896359" y="6076611"/>
            <a:ext cx="1177629" cy="688240"/>
          </a:xfrm>
          <a:prstGeom prst="rect">
            <a:avLst/>
          </a:prstGeom>
        </p:spPr>
      </p:pic>
      <p:pic>
        <p:nvPicPr>
          <p:cNvPr id="11" name="Picture 10">
            <a:extLst>
              <a:ext uri="{FF2B5EF4-FFF2-40B4-BE49-F238E27FC236}">
                <a16:creationId xmlns:a16="http://schemas.microsoft.com/office/drawing/2014/main" id="{A9705169-6B4E-1F5B-8B9A-AB2D16372117}"/>
              </a:ext>
            </a:extLst>
          </p:cNvPr>
          <p:cNvPicPr>
            <a:picLocks noChangeAspect="1"/>
          </p:cNvPicPr>
          <p:nvPr userDrawn="1"/>
        </p:nvPicPr>
        <p:blipFill>
          <a:blip r:embed="rId4"/>
          <a:srcRect l="11061" t="19826" r="12983" b="21652"/>
          <a:stretch>
            <a:fillRect/>
          </a:stretch>
        </p:blipFill>
        <p:spPr>
          <a:xfrm>
            <a:off x="9053181" y="6229948"/>
            <a:ext cx="1222178" cy="362127"/>
          </a:xfrm>
          <a:prstGeom prst="rect">
            <a:avLst/>
          </a:prstGeom>
        </p:spPr>
      </p:pic>
    </p:spTree>
    <p:extLst>
      <p:ext uri="{BB962C8B-B14F-4D97-AF65-F5344CB8AC3E}">
        <p14:creationId xmlns:p14="http://schemas.microsoft.com/office/powerpoint/2010/main" val="54289624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7_Two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176D47F-A017-297B-620F-5A2D353BD14E}"/>
              </a:ext>
            </a:extLst>
          </p:cNvPr>
          <p:cNvSpPr/>
          <p:nvPr/>
        </p:nvSpPr>
        <p:spPr>
          <a:xfrm>
            <a:off x="0" y="0"/>
            <a:ext cx="12192000" cy="1358899"/>
          </a:xfrm>
          <a:prstGeom prst="rect">
            <a:avLst/>
          </a:prstGeom>
          <a:gradFill flip="none" rotWithShape="1">
            <a:gsLst>
              <a:gs pos="0">
                <a:srgbClr val="022169">
                  <a:shade val="30000"/>
                  <a:satMod val="115000"/>
                </a:srgbClr>
              </a:gs>
              <a:gs pos="38000">
                <a:srgbClr val="022169">
                  <a:shade val="67500"/>
                  <a:satMod val="115000"/>
                </a:srgbClr>
              </a:gs>
              <a:gs pos="100000">
                <a:schemeClr val="tx2"/>
              </a:gs>
            </a:gsLst>
            <a:lin ang="1620000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Title 1"/>
          <p:cNvSpPr>
            <a:spLocks noGrp="1"/>
          </p:cNvSpPr>
          <p:nvPr>
            <p:ph type="title"/>
          </p:nvPr>
        </p:nvSpPr>
        <p:spPr>
          <a:xfrm>
            <a:off x="1512345" y="284163"/>
            <a:ext cx="9144456" cy="838199"/>
          </a:xfrm>
        </p:spPr>
        <p:txBody>
          <a:bodyPr anchor="t">
            <a:normAutofit/>
          </a:bodyPr>
          <a:lstStyle>
            <a:lvl1pPr algn="l">
              <a:defRPr sz="2800" b="1">
                <a:solidFill>
                  <a:schemeClr val="bg1"/>
                </a:solidFill>
              </a:defRPr>
            </a:lvl1pPr>
          </a:lstStyle>
          <a:p>
            <a:r>
              <a:rPr lang="en-US" dirty="0"/>
              <a:t>Click to edit Master title style</a:t>
            </a:r>
          </a:p>
        </p:txBody>
      </p:sp>
      <p:sp>
        <p:nvSpPr>
          <p:cNvPr id="9" name="Content Placeholder 8">
            <a:extLst>
              <a:ext uri="{FF2B5EF4-FFF2-40B4-BE49-F238E27FC236}">
                <a16:creationId xmlns:a16="http://schemas.microsoft.com/office/drawing/2014/main" id="{07491C50-1E72-808D-96D0-D53D36DB48E6}"/>
              </a:ext>
            </a:extLst>
          </p:cNvPr>
          <p:cNvSpPr>
            <a:spLocks noGrp="1"/>
          </p:cNvSpPr>
          <p:nvPr>
            <p:ph sz="quarter" idx="11"/>
          </p:nvPr>
        </p:nvSpPr>
        <p:spPr>
          <a:xfrm>
            <a:off x="1512346" y="1645353"/>
            <a:ext cx="4479012" cy="47386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Content Placeholder 8">
            <a:extLst>
              <a:ext uri="{FF2B5EF4-FFF2-40B4-BE49-F238E27FC236}">
                <a16:creationId xmlns:a16="http://schemas.microsoft.com/office/drawing/2014/main" id="{BCA9E357-0231-8ABC-6BB5-EC6336BF7E97}"/>
              </a:ext>
            </a:extLst>
          </p:cNvPr>
          <p:cNvSpPr>
            <a:spLocks noGrp="1"/>
          </p:cNvSpPr>
          <p:nvPr>
            <p:ph sz="quarter" idx="12"/>
          </p:nvPr>
        </p:nvSpPr>
        <p:spPr>
          <a:xfrm>
            <a:off x="6177789" y="1645353"/>
            <a:ext cx="4479012" cy="47386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6" name="Picture 5">
            <a:extLst>
              <a:ext uri="{FF2B5EF4-FFF2-40B4-BE49-F238E27FC236}">
                <a16:creationId xmlns:a16="http://schemas.microsoft.com/office/drawing/2014/main" id="{1FC7F301-700C-BC96-F8B6-36719A714FB4}"/>
              </a:ext>
            </a:extLst>
          </p:cNvPr>
          <p:cNvPicPr>
            <a:picLocks noChangeAspect="1"/>
          </p:cNvPicPr>
          <p:nvPr userDrawn="1"/>
        </p:nvPicPr>
        <p:blipFill>
          <a:blip r:embed="rId2"/>
          <a:srcRect t="18223" b="29048"/>
          <a:stretch>
            <a:fillRect/>
          </a:stretch>
        </p:blipFill>
        <p:spPr>
          <a:xfrm>
            <a:off x="10251710" y="6171207"/>
            <a:ext cx="1677854" cy="460283"/>
          </a:xfrm>
          <a:prstGeom prst="rect">
            <a:avLst/>
          </a:prstGeom>
        </p:spPr>
      </p:pic>
      <p:pic>
        <p:nvPicPr>
          <p:cNvPr id="10" name="Picture 9">
            <a:extLst>
              <a:ext uri="{FF2B5EF4-FFF2-40B4-BE49-F238E27FC236}">
                <a16:creationId xmlns:a16="http://schemas.microsoft.com/office/drawing/2014/main" id="{3288AF53-77EE-6D8F-A732-10C9FD4FDF3E}"/>
              </a:ext>
            </a:extLst>
          </p:cNvPr>
          <p:cNvPicPr>
            <a:picLocks noChangeAspect="1"/>
          </p:cNvPicPr>
          <p:nvPr userDrawn="1"/>
        </p:nvPicPr>
        <p:blipFill>
          <a:blip r:embed="rId3"/>
          <a:stretch>
            <a:fillRect/>
          </a:stretch>
        </p:blipFill>
        <p:spPr>
          <a:xfrm>
            <a:off x="7896359" y="6076611"/>
            <a:ext cx="1177629" cy="688240"/>
          </a:xfrm>
          <a:prstGeom prst="rect">
            <a:avLst/>
          </a:prstGeom>
        </p:spPr>
      </p:pic>
      <p:pic>
        <p:nvPicPr>
          <p:cNvPr id="12" name="Picture 11">
            <a:extLst>
              <a:ext uri="{FF2B5EF4-FFF2-40B4-BE49-F238E27FC236}">
                <a16:creationId xmlns:a16="http://schemas.microsoft.com/office/drawing/2014/main" id="{42FC5BDC-D09D-6EB1-D28A-3CF684FE6CB2}"/>
              </a:ext>
            </a:extLst>
          </p:cNvPr>
          <p:cNvPicPr>
            <a:picLocks noChangeAspect="1"/>
          </p:cNvPicPr>
          <p:nvPr userDrawn="1"/>
        </p:nvPicPr>
        <p:blipFill>
          <a:blip r:embed="rId4"/>
          <a:srcRect l="11061" t="19826" r="12983" b="21652"/>
          <a:stretch>
            <a:fillRect/>
          </a:stretch>
        </p:blipFill>
        <p:spPr>
          <a:xfrm>
            <a:off x="9053181" y="6229948"/>
            <a:ext cx="1222178" cy="362127"/>
          </a:xfrm>
          <a:prstGeom prst="rect">
            <a:avLst/>
          </a:prstGeom>
        </p:spPr>
      </p:pic>
    </p:spTree>
    <p:extLst>
      <p:ext uri="{BB962C8B-B14F-4D97-AF65-F5344CB8AC3E}">
        <p14:creationId xmlns:p14="http://schemas.microsoft.com/office/powerpoint/2010/main" val="391918039"/>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8_Blank">
    <p:spTree>
      <p:nvGrpSpPr>
        <p:cNvPr id="1" name=""/>
        <p:cNvGrpSpPr/>
        <p:nvPr/>
      </p:nvGrpSpPr>
      <p:grpSpPr>
        <a:xfrm>
          <a:off x="0" y="0"/>
          <a:ext cx="0" cy="0"/>
          <a:chOff x="0" y="0"/>
          <a:chExt cx="0" cy="0"/>
        </a:xfrm>
      </p:grpSpPr>
      <p:pic>
        <p:nvPicPr>
          <p:cNvPr id="2" name="Picture 1" descr="A picture containing text, clipart&#10;&#10;Description automatically generated">
            <a:extLst>
              <a:ext uri="{FF2B5EF4-FFF2-40B4-BE49-F238E27FC236}">
                <a16:creationId xmlns:a16="http://schemas.microsoft.com/office/drawing/2014/main" id="{B602BE2B-D6FC-BD84-6EF1-7064346973A9}"/>
              </a:ext>
            </a:extLst>
          </p:cNvPr>
          <p:cNvPicPr>
            <a:picLocks noChangeAspect="1"/>
          </p:cNvPicPr>
          <p:nvPr/>
        </p:nvPicPr>
        <p:blipFill>
          <a:blip r:embed="rId2"/>
          <a:stretch>
            <a:fillRect/>
          </a:stretch>
        </p:blipFill>
        <p:spPr>
          <a:xfrm>
            <a:off x="11190155" y="6244840"/>
            <a:ext cx="832363" cy="477460"/>
          </a:xfrm>
          <a:prstGeom prst="rect">
            <a:avLst/>
          </a:prstGeom>
        </p:spPr>
      </p:pic>
    </p:spTree>
    <p:extLst>
      <p:ext uri="{BB962C8B-B14F-4D97-AF65-F5344CB8AC3E}">
        <p14:creationId xmlns:p14="http://schemas.microsoft.com/office/powerpoint/2010/main" val="4023927737"/>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9_Blank w/logo">
    <p:spTree>
      <p:nvGrpSpPr>
        <p:cNvPr id="1" name=""/>
        <p:cNvGrpSpPr/>
        <p:nvPr/>
      </p:nvGrpSpPr>
      <p:grpSpPr>
        <a:xfrm>
          <a:off x="0" y="0"/>
          <a:ext cx="0" cy="0"/>
          <a:chOff x="0" y="0"/>
          <a:chExt cx="0" cy="0"/>
        </a:xfrm>
      </p:grpSpPr>
      <p:pic>
        <p:nvPicPr>
          <p:cNvPr id="2" name="Picture 1" descr="A picture containing text, clipart&#10;&#10;Description automatically generated">
            <a:extLst>
              <a:ext uri="{FF2B5EF4-FFF2-40B4-BE49-F238E27FC236}">
                <a16:creationId xmlns:a16="http://schemas.microsoft.com/office/drawing/2014/main" id="{B602BE2B-D6FC-BD84-6EF1-7064346973A9}"/>
              </a:ext>
            </a:extLst>
          </p:cNvPr>
          <p:cNvPicPr>
            <a:picLocks noChangeAspect="1"/>
          </p:cNvPicPr>
          <p:nvPr/>
        </p:nvPicPr>
        <p:blipFill>
          <a:blip r:embed="rId2"/>
          <a:stretch>
            <a:fillRect/>
          </a:stretch>
        </p:blipFill>
        <p:spPr>
          <a:xfrm>
            <a:off x="11190155" y="6244840"/>
            <a:ext cx="832363" cy="477460"/>
          </a:xfrm>
          <a:prstGeom prst="rect">
            <a:avLst/>
          </a:prstGeom>
        </p:spPr>
      </p:pic>
      <p:pic>
        <p:nvPicPr>
          <p:cNvPr id="6" name="Picture 5">
            <a:extLst>
              <a:ext uri="{FF2B5EF4-FFF2-40B4-BE49-F238E27FC236}">
                <a16:creationId xmlns:a16="http://schemas.microsoft.com/office/drawing/2014/main" id="{CA721871-2667-A0A8-C694-F90A577B4EDC}"/>
              </a:ext>
            </a:extLst>
          </p:cNvPr>
          <p:cNvPicPr>
            <a:picLocks noChangeAspect="1"/>
          </p:cNvPicPr>
          <p:nvPr userDrawn="1"/>
        </p:nvPicPr>
        <p:blipFill>
          <a:blip r:embed="rId3"/>
          <a:srcRect t="18223" b="29048"/>
          <a:stretch>
            <a:fillRect/>
          </a:stretch>
        </p:blipFill>
        <p:spPr>
          <a:xfrm>
            <a:off x="10251710" y="6171207"/>
            <a:ext cx="1677854" cy="460283"/>
          </a:xfrm>
          <a:prstGeom prst="rect">
            <a:avLst/>
          </a:prstGeom>
        </p:spPr>
      </p:pic>
      <p:pic>
        <p:nvPicPr>
          <p:cNvPr id="8" name="Picture 7">
            <a:extLst>
              <a:ext uri="{FF2B5EF4-FFF2-40B4-BE49-F238E27FC236}">
                <a16:creationId xmlns:a16="http://schemas.microsoft.com/office/drawing/2014/main" id="{3F14441E-BE06-C875-1B13-B4FEC9F47665}"/>
              </a:ext>
            </a:extLst>
          </p:cNvPr>
          <p:cNvPicPr>
            <a:picLocks noChangeAspect="1"/>
          </p:cNvPicPr>
          <p:nvPr userDrawn="1"/>
        </p:nvPicPr>
        <p:blipFill>
          <a:blip r:embed="rId4"/>
          <a:stretch>
            <a:fillRect/>
          </a:stretch>
        </p:blipFill>
        <p:spPr>
          <a:xfrm>
            <a:off x="7896359" y="6076611"/>
            <a:ext cx="1177629" cy="688240"/>
          </a:xfrm>
          <a:prstGeom prst="rect">
            <a:avLst/>
          </a:prstGeom>
        </p:spPr>
      </p:pic>
      <p:pic>
        <p:nvPicPr>
          <p:cNvPr id="10" name="Picture 9">
            <a:extLst>
              <a:ext uri="{FF2B5EF4-FFF2-40B4-BE49-F238E27FC236}">
                <a16:creationId xmlns:a16="http://schemas.microsoft.com/office/drawing/2014/main" id="{7250FCF5-9F70-786D-9E81-210BF066AEAD}"/>
              </a:ext>
            </a:extLst>
          </p:cNvPr>
          <p:cNvPicPr>
            <a:picLocks noChangeAspect="1"/>
          </p:cNvPicPr>
          <p:nvPr userDrawn="1"/>
        </p:nvPicPr>
        <p:blipFill>
          <a:blip r:embed="rId5"/>
          <a:srcRect l="11061" t="19826" r="12983" b="21652"/>
          <a:stretch>
            <a:fillRect/>
          </a:stretch>
        </p:blipFill>
        <p:spPr>
          <a:xfrm>
            <a:off x="9053181" y="6229948"/>
            <a:ext cx="1222178" cy="362127"/>
          </a:xfrm>
          <a:prstGeom prst="rect">
            <a:avLst/>
          </a:prstGeom>
        </p:spPr>
      </p:pic>
    </p:spTree>
    <p:extLst>
      <p:ext uri="{BB962C8B-B14F-4D97-AF65-F5344CB8AC3E}">
        <p14:creationId xmlns:p14="http://schemas.microsoft.com/office/powerpoint/2010/main" val="1262939132"/>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0_End Slide">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C4894A7E-AA0D-BDAB-E949-D6E608D1C044}"/>
              </a:ext>
            </a:extLst>
          </p:cNvPr>
          <p:cNvSpPr txBox="1"/>
          <p:nvPr userDrawn="1"/>
        </p:nvSpPr>
        <p:spPr>
          <a:xfrm>
            <a:off x="10149319" y="1423480"/>
            <a:ext cx="2912249" cy="283796"/>
          </a:xfrm>
          <a:prstGeom prst="rect">
            <a:avLst/>
          </a:prstGeom>
          <a:noFill/>
        </p:spPr>
        <p:txBody>
          <a:bodyPr wrap="square" rtlCol="0">
            <a:spAutoFit/>
          </a:bodyPr>
          <a:lstStyle/>
          <a:p>
            <a:pPr>
              <a:lnSpc>
                <a:spcPct val="150000"/>
              </a:lnSpc>
            </a:pPr>
            <a:r>
              <a:rPr lang="en-US" sz="950">
                <a:solidFill>
                  <a:schemeClr val="bg1"/>
                </a:solidFill>
                <a:latin typeface="Century Gothic" panose="020B0502020202020204" pitchFamily="34" charset="0"/>
              </a:rPr>
              <a:t>cquin.icap.columbia.edu</a:t>
            </a:r>
          </a:p>
        </p:txBody>
      </p:sp>
      <p:pic>
        <p:nvPicPr>
          <p:cNvPr id="7" name="Picture 6" descr="A group of flags in a row&#10;&#10;Description automatically generated">
            <a:extLst>
              <a:ext uri="{FF2B5EF4-FFF2-40B4-BE49-F238E27FC236}">
                <a16:creationId xmlns:a16="http://schemas.microsoft.com/office/drawing/2014/main" id="{142E1DDD-1193-5B3C-38DE-84EBF72EBBCE}"/>
              </a:ext>
            </a:extLst>
          </p:cNvPr>
          <p:cNvPicPr>
            <a:picLocks noChangeAspect="1"/>
          </p:cNvPicPr>
          <p:nvPr userDrawn="1"/>
        </p:nvPicPr>
        <p:blipFill rotWithShape="1">
          <a:blip r:embed="rId2"/>
          <a:srcRect t="84888"/>
          <a:stretch/>
        </p:blipFill>
        <p:spPr>
          <a:xfrm>
            <a:off x="25522" y="5799652"/>
            <a:ext cx="12197656" cy="1036842"/>
          </a:xfrm>
          <a:prstGeom prst="rect">
            <a:avLst/>
          </a:prstGeom>
        </p:spPr>
      </p:pic>
      <p:sp>
        <p:nvSpPr>
          <p:cNvPr id="10" name="Title 1">
            <a:extLst>
              <a:ext uri="{FF2B5EF4-FFF2-40B4-BE49-F238E27FC236}">
                <a16:creationId xmlns:a16="http://schemas.microsoft.com/office/drawing/2014/main" id="{5D192D40-4BB2-68E5-E60F-ABC4F4AB5914}"/>
              </a:ext>
            </a:extLst>
          </p:cNvPr>
          <p:cNvSpPr>
            <a:spLocks noGrp="1"/>
          </p:cNvSpPr>
          <p:nvPr>
            <p:ph type="title" hasCustomPrompt="1"/>
          </p:nvPr>
        </p:nvSpPr>
        <p:spPr>
          <a:xfrm>
            <a:off x="2711646" y="2244283"/>
            <a:ext cx="6387639" cy="1827156"/>
          </a:xfrm>
        </p:spPr>
        <p:txBody>
          <a:bodyPr anchor="ctr">
            <a:noAutofit/>
          </a:bodyPr>
          <a:lstStyle>
            <a:lvl1pPr algn="ctr">
              <a:defRPr sz="5400" b="1">
                <a:solidFill>
                  <a:schemeClr val="tx2"/>
                </a:solidFill>
                <a:latin typeface="Century Gothic" panose="020B0502020202020204" pitchFamily="34" charset="0"/>
              </a:defRPr>
            </a:lvl1pPr>
          </a:lstStyle>
          <a:p>
            <a:r>
              <a:rPr lang="en-US" dirty="0"/>
              <a:t>Thank You!</a:t>
            </a:r>
          </a:p>
        </p:txBody>
      </p:sp>
      <p:pic>
        <p:nvPicPr>
          <p:cNvPr id="5" name="Picture 4">
            <a:extLst>
              <a:ext uri="{FF2B5EF4-FFF2-40B4-BE49-F238E27FC236}">
                <a16:creationId xmlns:a16="http://schemas.microsoft.com/office/drawing/2014/main" id="{EBF839BB-6E99-9761-B687-A64023FCB5F1}"/>
              </a:ext>
            </a:extLst>
          </p:cNvPr>
          <p:cNvPicPr>
            <a:picLocks noChangeAspect="1"/>
          </p:cNvPicPr>
          <p:nvPr userDrawn="1"/>
        </p:nvPicPr>
        <p:blipFill>
          <a:blip r:embed="rId3"/>
          <a:srcRect t="18223" b="29048"/>
          <a:stretch>
            <a:fillRect/>
          </a:stretch>
        </p:blipFill>
        <p:spPr>
          <a:xfrm>
            <a:off x="9103540" y="328405"/>
            <a:ext cx="2999448" cy="822834"/>
          </a:xfrm>
          <a:prstGeom prst="rect">
            <a:avLst/>
          </a:prstGeom>
        </p:spPr>
      </p:pic>
      <p:pic>
        <p:nvPicPr>
          <p:cNvPr id="9" name="Picture 8">
            <a:extLst>
              <a:ext uri="{FF2B5EF4-FFF2-40B4-BE49-F238E27FC236}">
                <a16:creationId xmlns:a16="http://schemas.microsoft.com/office/drawing/2014/main" id="{5FCCF934-B8AE-CAE7-AE05-C9D8538A3E72}"/>
              </a:ext>
            </a:extLst>
          </p:cNvPr>
          <p:cNvPicPr>
            <a:picLocks noChangeAspect="1"/>
          </p:cNvPicPr>
          <p:nvPr userDrawn="1"/>
        </p:nvPicPr>
        <p:blipFill>
          <a:blip r:embed="rId4"/>
          <a:stretch>
            <a:fillRect/>
          </a:stretch>
        </p:blipFill>
        <p:spPr>
          <a:xfrm>
            <a:off x="4651637" y="145657"/>
            <a:ext cx="2105213" cy="1230347"/>
          </a:xfrm>
          <a:prstGeom prst="rect">
            <a:avLst/>
          </a:prstGeom>
        </p:spPr>
      </p:pic>
      <p:pic>
        <p:nvPicPr>
          <p:cNvPr id="12" name="Picture 11">
            <a:extLst>
              <a:ext uri="{FF2B5EF4-FFF2-40B4-BE49-F238E27FC236}">
                <a16:creationId xmlns:a16="http://schemas.microsoft.com/office/drawing/2014/main" id="{F7E34701-C8F6-1001-108F-181DC47D09FE}"/>
              </a:ext>
            </a:extLst>
          </p:cNvPr>
          <p:cNvPicPr>
            <a:picLocks noChangeAspect="1"/>
          </p:cNvPicPr>
          <p:nvPr userDrawn="1"/>
        </p:nvPicPr>
        <p:blipFill>
          <a:blip r:embed="rId5"/>
          <a:srcRect l="11061" t="19826" r="12983" b="21652"/>
          <a:stretch>
            <a:fillRect/>
          </a:stretch>
        </p:blipFill>
        <p:spPr>
          <a:xfrm>
            <a:off x="6781126" y="422422"/>
            <a:ext cx="2184850" cy="647363"/>
          </a:xfrm>
          <a:prstGeom prst="rect">
            <a:avLst/>
          </a:prstGeom>
        </p:spPr>
      </p:pic>
      <p:sp>
        <p:nvSpPr>
          <p:cNvPr id="14" name="Rectangle 13">
            <a:extLst>
              <a:ext uri="{FF2B5EF4-FFF2-40B4-BE49-F238E27FC236}">
                <a16:creationId xmlns:a16="http://schemas.microsoft.com/office/drawing/2014/main" id="{E242B573-7640-1BB6-60AB-29DED3AD8EE8}"/>
              </a:ext>
            </a:extLst>
          </p:cNvPr>
          <p:cNvSpPr/>
          <p:nvPr userDrawn="1"/>
        </p:nvSpPr>
        <p:spPr>
          <a:xfrm>
            <a:off x="0" y="5836625"/>
            <a:ext cx="12192000" cy="1036842"/>
          </a:xfrm>
          <a:prstGeom prst="rect">
            <a:avLst/>
          </a:prstGeom>
          <a:gradFill flip="none" rotWithShape="1">
            <a:gsLst>
              <a:gs pos="0">
                <a:srgbClr val="022169">
                  <a:shade val="30000"/>
                  <a:satMod val="115000"/>
                </a:srgbClr>
              </a:gs>
              <a:gs pos="54000">
                <a:srgbClr val="022169">
                  <a:shade val="67500"/>
                  <a:satMod val="115000"/>
                </a:srgbClr>
              </a:gs>
              <a:gs pos="85000">
                <a:schemeClr val="tx2"/>
              </a:gs>
            </a:gsLst>
            <a:lin ang="54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6" name="Picture 15" descr="A group of flags in a row&#10;&#10;Description automatically generated">
            <a:extLst>
              <a:ext uri="{FF2B5EF4-FFF2-40B4-BE49-F238E27FC236}">
                <a16:creationId xmlns:a16="http://schemas.microsoft.com/office/drawing/2014/main" id="{9B569CF3-7D9E-20B5-7AEA-D33CF64EDD9E}"/>
              </a:ext>
            </a:extLst>
          </p:cNvPr>
          <p:cNvPicPr>
            <a:picLocks noChangeAspect="1"/>
          </p:cNvPicPr>
          <p:nvPr userDrawn="1"/>
        </p:nvPicPr>
        <p:blipFill rotWithShape="1">
          <a:blip r:embed="rId2"/>
          <a:srcRect t="84888"/>
          <a:stretch/>
        </p:blipFill>
        <p:spPr>
          <a:xfrm>
            <a:off x="25522" y="5894248"/>
            <a:ext cx="12197656" cy="1036842"/>
          </a:xfrm>
          <a:prstGeom prst="rect">
            <a:avLst/>
          </a:prstGeom>
        </p:spPr>
      </p:pic>
    </p:spTree>
    <p:extLst>
      <p:ext uri="{BB962C8B-B14F-4D97-AF65-F5344CB8AC3E}">
        <p14:creationId xmlns:p14="http://schemas.microsoft.com/office/powerpoint/2010/main" val="220802501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BF9895-04E4-4B19-9528-EB94FD62B62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0D397A7-2E28-4084-BE9B-1C9B443DD34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32A9769-C9C1-47A9-9BB1-13BFF34B2F94}"/>
              </a:ext>
            </a:extLst>
          </p:cNvPr>
          <p:cNvSpPr>
            <a:spLocks noGrp="1"/>
          </p:cNvSpPr>
          <p:nvPr>
            <p:ph type="dt" sz="half" idx="10"/>
          </p:nvPr>
        </p:nvSpPr>
        <p:spPr/>
        <p:txBody>
          <a:bodyPr/>
          <a:lstStyle/>
          <a:p>
            <a:fld id="{79791F24-88CB-427F-8F02-242CC05C2FE8}" type="datetimeFigureOut">
              <a:rPr lang="en-US" smtClean="0"/>
              <a:t>8/12/26</a:t>
            </a:fld>
            <a:endParaRPr lang="en-US"/>
          </a:p>
        </p:txBody>
      </p:sp>
      <p:sp>
        <p:nvSpPr>
          <p:cNvPr id="5" name="Footer Placeholder 4">
            <a:extLst>
              <a:ext uri="{FF2B5EF4-FFF2-40B4-BE49-F238E27FC236}">
                <a16:creationId xmlns:a16="http://schemas.microsoft.com/office/drawing/2014/main" id="{82F77B23-7E63-43AB-B01B-9E3B3C393BA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85BDB5-21D7-4FEC-BDCA-6E1DF7425B49}"/>
              </a:ext>
            </a:extLst>
          </p:cNvPr>
          <p:cNvSpPr>
            <a:spLocks noGrp="1"/>
          </p:cNvSpPr>
          <p:nvPr>
            <p:ph type="sldNum" sz="quarter" idx="12"/>
          </p:nvPr>
        </p:nvSpPr>
        <p:spPr/>
        <p:txBody>
          <a:bodyPr/>
          <a:lstStyle/>
          <a:p>
            <a:fld id="{2EAE132C-11CC-456A-872A-3A8C271CC9EE}" type="slidenum">
              <a:rPr lang="en-US" smtClean="0"/>
              <a:t>‹#›</a:t>
            </a:fld>
            <a:endParaRPr lang="en-US"/>
          </a:p>
        </p:txBody>
      </p:sp>
    </p:spTree>
    <p:extLst>
      <p:ext uri="{BB962C8B-B14F-4D97-AF65-F5344CB8AC3E}">
        <p14:creationId xmlns:p14="http://schemas.microsoft.com/office/powerpoint/2010/main" val="32913431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CB18AF1-BBDD-5C45-BD8A-357304E54C07}" type="slidenum">
              <a:rPr lang="en-US" smtClean="0"/>
              <a:t>‹#›</a:t>
            </a:fld>
            <a:endParaRPr lang="en-US"/>
          </a:p>
        </p:txBody>
      </p:sp>
    </p:spTree>
    <p:extLst>
      <p:ext uri="{BB962C8B-B14F-4D97-AF65-F5344CB8AC3E}">
        <p14:creationId xmlns:p14="http://schemas.microsoft.com/office/powerpoint/2010/main" val="1253812883"/>
      </p:ext>
    </p:extLst>
  </p:cSld>
  <p:clrMap bg1="lt1" tx1="dk1" bg2="lt2" tx2="dk2" accent1="accent1" accent2="accent2" accent3="accent3" accent4="accent4" accent5="accent5" accent6="accent6" hlink="hlink" folHlink="folHlink"/>
  <p:sldLayoutIdLst>
    <p:sldLayoutId id="2147483717" r:id="rId1"/>
    <p:sldLayoutId id="2147483706" r:id="rId2"/>
    <p:sldLayoutId id="2147483707" r:id="rId3"/>
    <p:sldLayoutId id="2147483708" r:id="rId4"/>
    <p:sldLayoutId id="2147483709" r:id="rId5"/>
    <p:sldLayoutId id="2147483724" r:id="rId6"/>
    <p:sldLayoutId id="2147483710" r:id="rId7"/>
    <p:sldLayoutId id="2147483711" r:id="rId8"/>
    <p:sldLayoutId id="2147483712" r:id="rId9"/>
    <p:sldLayoutId id="2147483718" r:id="rId10"/>
    <p:sldLayoutId id="2147483719" r:id="rId11"/>
    <p:sldLayoutId id="2147483723" r:id="rId12"/>
  </p:sldLayoutIdLst>
  <p:hf hdr="0" ftr="0" dt="0"/>
  <p:txStyles>
    <p:titleStyle>
      <a:lvl1pPr algn="l" defTabSz="457200" rtl="0" eaLnBrk="1" latinLnBrk="0" hangingPunct="1">
        <a:spcBef>
          <a:spcPct val="0"/>
        </a:spcBef>
        <a:buNone/>
        <a:defRPr sz="4000" b="1" kern="1200">
          <a:solidFill>
            <a:schemeClr val="tx1"/>
          </a:solidFill>
          <a:latin typeface="Century Gothic" panose="020B0502020202020204" pitchFamily="34" charset="0"/>
          <a:ea typeface="+mj-ea"/>
          <a:cs typeface="Arial"/>
        </a:defRPr>
      </a:lvl1pPr>
    </p:titleStyle>
    <p:bodyStyle>
      <a:lvl1pPr marL="0" indent="0" algn="l" defTabSz="457200" rtl="0" eaLnBrk="1" latinLnBrk="0" hangingPunct="1">
        <a:lnSpc>
          <a:spcPct val="100000"/>
        </a:lnSpc>
        <a:spcBef>
          <a:spcPts val="0"/>
        </a:spcBef>
        <a:spcAft>
          <a:spcPts val="600"/>
        </a:spcAft>
        <a:buFont typeface="Arial"/>
        <a:buNone/>
        <a:defRPr sz="1800" b="1" kern="1200">
          <a:solidFill>
            <a:schemeClr val="tx1"/>
          </a:solidFill>
          <a:latin typeface="+mn-lt"/>
          <a:ea typeface="+mn-ea"/>
          <a:cs typeface="Arial"/>
        </a:defRPr>
      </a:lvl1pPr>
      <a:lvl2pPr marL="742950" indent="-285750" algn="l" defTabSz="457200" rtl="0" eaLnBrk="1" latinLnBrk="0" hangingPunct="1">
        <a:lnSpc>
          <a:spcPct val="100000"/>
        </a:lnSpc>
        <a:spcBef>
          <a:spcPts val="0"/>
        </a:spcBef>
        <a:spcAft>
          <a:spcPts val="600"/>
        </a:spcAft>
        <a:buFont typeface="Arial" panose="020B0604020202020204" pitchFamily="34" charset="0"/>
        <a:buChar char="•"/>
        <a:defRPr sz="1800" b="1" kern="1200">
          <a:solidFill>
            <a:schemeClr val="tx1"/>
          </a:solidFill>
          <a:latin typeface="+mn-lt"/>
          <a:ea typeface="+mn-ea"/>
          <a:cs typeface="+mn-cs"/>
        </a:defRPr>
      </a:lvl2pPr>
      <a:lvl3pPr marL="1200150" indent="-285750" algn="l" defTabSz="4572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3pPr>
      <a:lvl4pPr marL="1657350" indent="-285750" algn="l" defTabSz="4572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4pPr>
      <a:lvl5pPr marL="2114550" indent="-285750" algn="l" defTabSz="4572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8.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D0F2AD85-B64B-606C-EE04-6A7E3EC90F95}"/>
              </a:ext>
            </a:extLst>
          </p:cNvPr>
          <p:cNvSpPr>
            <a:spLocks noGrp="1"/>
          </p:cNvSpPr>
          <p:nvPr>
            <p:ph type="subTitle" idx="1"/>
          </p:nvPr>
        </p:nvSpPr>
        <p:spPr>
          <a:xfrm>
            <a:off x="2902181" y="4286165"/>
            <a:ext cx="6387638" cy="962190"/>
          </a:xfrm>
        </p:spPr>
        <p:txBody>
          <a:bodyPr>
            <a:normAutofit fontScale="92500" lnSpcReduction="10000"/>
          </a:bodyPr>
          <a:lstStyle/>
          <a:p>
            <a:pPr algn="ctr"/>
            <a:r>
              <a:rPr lang="en-US" i="1" dirty="0"/>
              <a:t>HIV service delivery prioritization in resource-constrained settings</a:t>
            </a:r>
          </a:p>
          <a:p>
            <a:pPr algn="ctr"/>
            <a:r>
              <a:rPr lang="en-US" dirty="0"/>
              <a:t>Anna Grimsrud, IAS</a:t>
            </a:r>
          </a:p>
          <a:p>
            <a:pPr algn="ctr"/>
            <a:r>
              <a:rPr lang="en-US" dirty="0"/>
              <a:t>18 August 2026</a:t>
            </a:r>
          </a:p>
        </p:txBody>
      </p:sp>
      <p:sp>
        <p:nvSpPr>
          <p:cNvPr id="3" name="Title 2">
            <a:extLst>
              <a:ext uri="{FF2B5EF4-FFF2-40B4-BE49-F238E27FC236}">
                <a16:creationId xmlns:a16="http://schemas.microsoft.com/office/drawing/2014/main" id="{0B847150-B87B-2DDA-F439-4817C0FB3714}"/>
              </a:ext>
            </a:extLst>
          </p:cNvPr>
          <p:cNvSpPr>
            <a:spLocks noGrp="1"/>
          </p:cNvSpPr>
          <p:nvPr>
            <p:ph type="title"/>
          </p:nvPr>
        </p:nvSpPr>
        <p:spPr>
          <a:xfrm>
            <a:off x="972379" y="2174162"/>
            <a:ext cx="10247242" cy="1827156"/>
          </a:xfrm>
        </p:spPr>
        <p:txBody>
          <a:bodyPr/>
          <a:lstStyle/>
          <a:p>
            <a:pPr algn="ctr"/>
            <a:r>
              <a:rPr lang="en-US" sz="3600" dirty="0"/>
              <a:t>Setting the scene: </a:t>
            </a:r>
            <a:br>
              <a:rPr lang="en-US" sz="3600" dirty="0"/>
            </a:br>
            <a:r>
              <a:rPr lang="en-US" sz="3600" dirty="0"/>
              <a:t>Why ongoing HIV service delivery prioritization matters now</a:t>
            </a:r>
          </a:p>
        </p:txBody>
      </p:sp>
    </p:spTree>
    <p:extLst>
      <p:ext uri="{BB962C8B-B14F-4D97-AF65-F5344CB8AC3E}">
        <p14:creationId xmlns:p14="http://schemas.microsoft.com/office/powerpoint/2010/main" val="41631827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Dramatic wide-angle shot lighthouse rocky | Premium Video  - rawpixel">
            <a:extLst>
              <a:ext uri="{FF2B5EF4-FFF2-40B4-BE49-F238E27FC236}">
                <a16:creationId xmlns:a16="http://schemas.microsoft.com/office/drawing/2014/main" id="{42C4E1A4-23B0-F876-CB02-4D72D32B8B54}"/>
              </a:ext>
            </a:extLst>
          </p:cNvPr>
          <p:cNvPicPr>
            <a:picLocks noChangeAspect="1"/>
          </p:cNvPicPr>
          <p:nvPr/>
        </p:nvPicPr>
        <p:blipFill>
          <a:blip r:embed="rId3"/>
          <a:stretch>
            <a:fillRect/>
          </a:stretch>
        </p:blipFill>
        <p:spPr>
          <a:xfrm>
            <a:off x="0" y="-1080655"/>
            <a:ext cx="12192000" cy="6846276"/>
          </a:xfrm>
          <a:prstGeom prst="rect">
            <a:avLst/>
          </a:prstGeom>
        </p:spPr>
      </p:pic>
      <p:sp>
        <p:nvSpPr>
          <p:cNvPr id="2" name="Title 1">
            <a:extLst>
              <a:ext uri="{FF2B5EF4-FFF2-40B4-BE49-F238E27FC236}">
                <a16:creationId xmlns:a16="http://schemas.microsoft.com/office/drawing/2014/main" id="{BC209B81-83AF-DD50-597B-D45B9A9176FB}"/>
              </a:ext>
            </a:extLst>
          </p:cNvPr>
          <p:cNvSpPr>
            <a:spLocks noGrp="1"/>
          </p:cNvSpPr>
          <p:nvPr>
            <p:ph type="title"/>
          </p:nvPr>
        </p:nvSpPr>
        <p:spPr>
          <a:xfrm>
            <a:off x="108686" y="95250"/>
            <a:ext cx="7321061" cy="900863"/>
          </a:xfrm>
        </p:spPr>
        <p:txBody>
          <a:bodyPr/>
          <a:lstStyle/>
          <a:p>
            <a:pPr algn="l"/>
            <a:r>
              <a:rPr lang="en-US" dirty="0"/>
              <a:t>What if this isn’t the storm…</a:t>
            </a:r>
          </a:p>
        </p:txBody>
      </p:sp>
      <p:sp>
        <p:nvSpPr>
          <p:cNvPr id="4" name="Title 1">
            <a:extLst>
              <a:ext uri="{FF2B5EF4-FFF2-40B4-BE49-F238E27FC236}">
                <a16:creationId xmlns:a16="http://schemas.microsoft.com/office/drawing/2014/main" id="{291DD49D-917E-FE10-C2B9-AD32572DCA7A}"/>
              </a:ext>
            </a:extLst>
          </p:cNvPr>
          <p:cNvSpPr txBox="1">
            <a:spLocks/>
          </p:cNvSpPr>
          <p:nvPr/>
        </p:nvSpPr>
        <p:spPr>
          <a:xfrm>
            <a:off x="4870939" y="4753549"/>
            <a:ext cx="7321061" cy="900863"/>
          </a:xfrm>
          <a:prstGeom prst="rect">
            <a:avLst/>
          </a:prstGeom>
        </p:spPr>
        <p:txBody>
          <a:bodyPr vert="horz" lIns="91440" tIns="45720" rIns="91440" bIns="45720" rtlCol="0" anchor="t">
            <a:normAutofit/>
          </a:bodyPr>
          <a:lstStyle>
            <a:lvl1pPr algn="ctr" defTabSz="457200" rtl="0" eaLnBrk="1" latinLnBrk="0" hangingPunct="1">
              <a:spcBef>
                <a:spcPct val="0"/>
              </a:spcBef>
              <a:buNone/>
              <a:defRPr sz="4000" b="1" kern="1200">
                <a:solidFill>
                  <a:srgbClr val="FFFFFF"/>
                </a:solidFill>
                <a:latin typeface="Century Gothic" panose="020B0502020202020204" pitchFamily="34" charset="0"/>
                <a:ea typeface="+mj-ea"/>
                <a:cs typeface="Arial"/>
              </a:defRPr>
            </a:lvl1pPr>
          </a:lstStyle>
          <a:p>
            <a:pPr algn="r"/>
            <a:r>
              <a:rPr lang="en-US" dirty="0"/>
              <a:t>…what if it’s the climate?</a:t>
            </a:r>
          </a:p>
        </p:txBody>
      </p:sp>
    </p:spTree>
    <p:extLst>
      <p:ext uri="{BB962C8B-B14F-4D97-AF65-F5344CB8AC3E}">
        <p14:creationId xmlns:p14="http://schemas.microsoft.com/office/powerpoint/2010/main" val="40309164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B87B4-BA7C-E9DA-31DE-65FD9720DF93}"/>
              </a:ext>
            </a:extLst>
          </p:cNvPr>
          <p:cNvSpPr>
            <a:spLocks noGrp="1"/>
          </p:cNvSpPr>
          <p:nvPr>
            <p:ph type="title"/>
          </p:nvPr>
        </p:nvSpPr>
        <p:spPr/>
        <p:txBody>
          <a:bodyPr/>
          <a:lstStyle/>
          <a:p>
            <a:r>
              <a:rPr lang="en-US" dirty="0"/>
              <a:t>Supporting countries to prioritize </a:t>
            </a:r>
          </a:p>
        </p:txBody>
      </p:sp>
      <p:graphicFrame>
        <p:nvGraphicFramePr>
          <p:cNvPr id="5" name="Diagram 4">
            <a:extLst>
              <a:ext uri="{FF2B5EF4-FFF2-40B4-BE49-F238E27FC236}">
                <a16:creationId xmlns:a16="http://schemas.microsoft.com/office/drawing/2014/main" id="{70B58733-1D2A-0AF5-CE68-33AA665B254F}"/>
              </a:ext>
            </a:extLst>
          </p:cNvPr>
          <p:cNvGraphicFramePr/>
          <p:nvPr>
            <p:extLst>
              <p:ext uri="{D42A27DB-BD31-4B8C-83A1-F6EECF244321}">
                <p14:modId xmlns:p14="http://schemas.microsoft.com/office/powerpoint/2010/main" val="2899488914"/>
              </p:ext>
            </p:extLst>
          </p:nvPr>
        </p:nvGraphicFramePr>
        <p:xfrm>
          <a:off x="442913" y="1248304"/>
          <a:ext cx="11397562"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TextBox 5">
            <a:extLst>
              <a:ext uri="{FF2B5EF4-FFF2-40B4-BE49-F238E27FC236}">
                <a16:creationId xmlns:a16="http://schemas.microsoft.com/office/drawing/2014/main" id="{3D87268A-C4A3-7B41-DBE8-0A17B324C081}"/>
              </a:ext>
            </a:extLst>
          </p:cNvPr>
          <p:cNvSpPr txBox="1"/>
          <p:nvPr/>
        </p:nvSpPr>
        <p:spPr>
          <a:xfrm>
            <a:off x="9760945" y="4792166"/>
            <a:ext cx="1994053" cy="1200329"/>
          </a:xfrm>
          <a:prstGeom prst="rect">
            <a:avLst/>
          </a:prstGeom>
          <a:noFill/>
        </p:spPr>
        <p:txBody>
          <a:bodyPr wrap="square" rtlCol="0">
            <a:spAutoFit/>
          </a:bodyPr>
          <a:lstStyle/>
          <a:p>
            <a:r>
              <a:rPr lang="en-US" dirty="0">
                <a:solidFill>
                  <a:schemeClr val="accent5"/>
                </a:solidFill>
              </a:rPr>
              <a:t>Tool for Intervention Evaluation and Ranking</a:t>
            </a:r>
          </a:p>
        </p:txBody>
      </p:sp>
    </p:spTree>
    <p:extLst>
      <p:ext uri="{BB962C8B-B14F-4D97-AF65-F5344CB8AC3E}">
        <p14:creationId xmlns:p14="http://schemas.microsoft.com/office/powerpoint/2010/main" val="19998880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C92CC7-7A00-74A8-D65C-B0E591207CF5}"/>
              </a:ext>
            </a:extLst>
          </p:cNvPr>
          <p:cNvSpPr>
            <a:spLocks noGrp="1"/>
          </p:cNvSpPr>
          <p:nvPr>
            <p:ph type="title"/>
          </p:nvPr>
        </p:nvSpPr>
        <p:spPr/>
        <p:txBody>
          <a:bodyPr/>
          <a:lstStyle/>
          <a:p>
            <a:r>
              <a:rPr lang="en-US" dirty="0"/>
              <a:t>Countries – and communities – used TIER</a:t>
            </a:r>
          </a:p>
        </p:txBody>
      </p:sp>
      <p:sp>
        <p:nvSpPr>
          <p:cNvPr id="3" name="Content Placeholder 2">
            <a:extLst>
              <a:ext uri="{FF2B5EF4-FFF2-40B4-BE49-F238E27FC236}">
                <a16:creationId xmlns:a16="http://schemas.microsoft.com/office/drawing/2014/main" id="{43FA6488-D6E9-7FF5-067B-E3F0F2DCC8E1}"/>
              </a:ext>
            </a:extLst>
          </p:cNvPr>
          <p:cNvSpPr>
            <a:spLocks noGrp="1"/>
          </p:cNvSpPr>
          <p:nvPr>
            <p:ph sz="quarter" idx="11"/>
          </p:nvPr>
        </p:nvSpPr>
        <p:spPr/>
        <p:txBody>
          <a:bodyPr/>
          <a:lstStyle/>
          <a:p>
            <a:pPr marL="285750" indent="-285750">
              <a:buFont typeface="Arial" panose="020B0604020202020204" pitchFamily="34" charset="0"/>
              <a:buChar char="•"/>
            </a:pPr>
            <a:r>
              <a:rPr lang="en-US" sz="2400" dirty="0"/>
              <a:t>Versions of the TIER were used by at least 21 countries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sz="2400" dirty="0"/>
              <a:t>COMPASS partners adapted the TIER tool to develop a, “TIER-Community Prioritization Tool” for HIV, TB, Malaria, NCDs and pandemics </a:t>
            </a:r>
          </a:p>
          <a:p>
            <a:pPr lvl="1"/>
            <a:r>
              <a:rPr lang="en-US" sz="1600" dirty="0"/>
              <a:t>For example, in Tanzania, circulated draft to community service organizations to determine the prioritization of the interventions and used their TIER to engage regarding prioritization with the Global Fund, PEPFAR and national government</a:t>
            </a:r>
          </a:p>
          <a:p>
            <a:pPr lvl="1"/>
            <a:endParaRPr lang="en-US" dirty="0"/>
          </a:p>
          <a:p>
            <a:pPr lvl="1"/>
            <a:endParaRPr lang="en-US" dirty="0"/>
          </a:p>
          <a:p>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endParaRPr lang="en-US" dirty="0"/>
          </a:p>
        </p:txBody>
      </p:sp>
      <p:pic>
        <p:nvPicPr>
          <p:cNvPr id="4" name="Picture 3" descr="A group of flags in a row&#10;&#10;Description automatically generated">
            <a:extLst>
              <a:ext uri="{FF2B5EF4-FFF2-40B4-BE49-F238E27FC236}">
                <a16:creationId xmlns:a16="http://schemas.microsoft.com/office/drawing/2014/main" id="{7FB6C581-B9F7-C5DA-6677-1AB0A0B729BB}"/>
              </a:ext>
            </a:extLst>
          </p:cNvPr>
          <p:cNvPicPr>
            <a:picLocks noChangeAspect="1"/>
          </p:cNvPicPr>
          <p:nvPr/>
        </p:nvPicPr>
        <p:blipFill rotWithShape="1">
          <a:blip r:embed="rId3"/>
          <a:srcRect t="84888"/>
          <a:stretch/>
        </p:blipFill>
        <p:spPr>
          <a:xfrm>
            <a:off x="1964317" y="2264982"/>
            <a:ext cx="9440978" cy="802515"/>
          </a:xfrm>
          <a:prstGeom prst="rect">
            <a:avLst/>
          </a:prstGeom>
        </p:spPr>
      </p:pic>
      <p:pic>
        <p:nvPicPr>
          <p:cNvPr id="5" name="Picture 4" descr="A blue and white logo&#10;&#10;AI-generated content may be incorrect.">
            <a:extLst>
              <a:ext uri="{FF2B5EF4-FFF2-40B4-BE49-F238E27FC236}">
                <a16:creationId xmlns:a16="http://schemas.microsoft.com/office/drawing/2014/main" id="{03D479A8-E9ED-6237-076A-EEB45048490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531829" y="1435100"/>
            <a:ext cx="2080817" cy="753682"/>
          </a:xfrm>
          <a:prstGeom prst="rect">
            <a:avLst/>
          </a:prstGeom>
        </p:spPr>
      </p:pic>
      <p:sp>
        <p:nvSpPr>
          <p:cNvPr id="6" name="TextBox 5">
            <a:extLst>
              <a:ext uri="{FF2B5EF4-FFF2-40B4-BE49-F238E27FC236}">
                <a16:creationId xmlns:a16="http://schemas.microsoft.com/office/drawing/2014/main" id="{06AA1E9B-0B4B-02E0-A936-90E30436AC2E}"/>
              </a:ext>
            </a:extLst>
          </p:cNvPr>
          <p:cNvSpPr txBox="1"/>
          <p:nvPr/>
        </p:nvSpPr>
        <p:spPr>
          <a:xfrm>
            <a:off x="1964317" y="5596695"/>
            <a:ext cx="9681588" cy="461665"/>
          </a:xfrm>
          <a:prstGeom prst="rect">
            <a:avLst/>
          </a:prstGeom>
          <a:solidFill>
            <a:schemeClr val="accent1"/>
          </a:solidFill>
        </p:spPr>
        <p:txBody>
          <a:bodyPr wrap="square" anchor="ctr">
            <a:spAutoFit/>
          </a:bodyPr>
          <a:lstStyle/>
          <a:p>
            <a:pPr>
              <a:buNone/>
            </a:pPr>
            <a:r>
              <a:rPr lang="en-ZA" sz="2400" dirty="0">
                <a:solidFill>
                  <a:schemeClr val="bg1"/>
                </a:solidFill>
              </a:rPr>
              <a:t>Prioritization became a shared conversation rather than a technical exercise.</a:t>
            </a:r>
          </a:p>
        </p:txBody>
      </p:sp>
    </p:spTree>
    <p:extLst>
      <p:ext uri="{BB962C8B-B14F-4D97-AF65-F5344CB8AC3E}">
        <p14:creationId xmlns:p14="http://schemas.microsoft.com/office/powerpoint/2010/main" val="27175348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B0C5508-7EB8-ED54-528A-9A5211FE492A}"/>
              </a:ext>
            </a:extLst>
          </p:cNvPr>
          <p:cNvSpPr>
            <a:spLocks noGrp="1"/>
          </p:cNvSpPr>
          <p:nvPr>
            <p:ph type="title"/>
          </p:nvPr>
        </p:nvSpPr>
        <p:spPr>
          <a:xfrm>
            <a:off x="2435469" y="591009"/>
            <a:ext cx="7321061" cy="900863"/>
          </a:xfrm>
        </p:spPr>
        <p:txBody>
          <a:bodyPr>
            <a:noAutofit/>
          </a:bodyPr>
          <a:lstStyle/>
          <a:p>
            <a:r>
              <a:rPr lang="en-US" sz="9600" dirty="0"/>
              <a:t>“SHOW US THE IMPACT”</a:t>
            </a:r>
          </a:p>
        </p:txBody>
      </p:sp>
      <p:sp>
        <p:nvSpPr>
          <p:cNvPr id="7" name="TextBox 6">
            <a:extLst>
              <a:ext uri="{FF2B5EF4-FFF2-40B4-BE49-F238E27FC236}">
                <a16:creationId xmlns:a16="http://schemas.microsoft.com/office/drawing/2014/main" id="{BFE84676-629A-637D-2DC2-8620781D273F}"/>
              </a:ext>
            </a:extLst>
          </p:cNvPr>
          <p:cNvSpPr txBox="1"/>
          <p:nvPr/>
        </p:nvSpPr>
        <p:spPr>
          <a:xfrm>
            <a:off x="3047081" y="4870370"/>
            <a:ext cx="6097836" cy="369332"/>
          </a:xfrm>
          <a:prstGeom prst="rect">
            <a:avLst/>
          </a:prstGeom>
          <a:noFill/>
        </p:spPr>
        <p:txBody>
          <a:bodyPr wrap="square">
            <a:spAutoFit/>
          </a:bodyPr>
          <a:lstStyle/>
          <a:p>
            <a:r>
              <a:rPr lang="en-US" sz="1800" dirty="0">
                <a:solidFill>
                  <a:schemeClr val="bg1"/>
                </a:solidFill>
              </a:rPr>
              <a:t>TIER could identify priorities......but not quantify their impact.</a:t>
            </a:r>
          </a:p>
        </p:txBody>
      </p:sp>
    </p:spTree>
    <p:extLst>
      <p:ext uri="{BB962C8B-B14F-4D97-AF65-F5344CB8AC3E}">
        <p14:creationId xmlns:p14="http://schemas.microsoft.com/office/powerpoint/2010/main" val="20286680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065558E-3A82-B9FB-6D1C-462C6F29F579}"/>
              </a:ext>
            </a:extLst>
          </p:cNvPr>
          <p:cNvSpPr>
            <a:spLocks noGrp="1"/>
          </p:cNvSpPr>
          <p:nvPr>
            <p:ph type="body" sz="half" idx="2"/>
          </p:nvPr>
        </p:nvSpPr>
        <p:spPr>
          <a:xfrm>
            <a:off x="742300" y="1153456"/>
            <a:ext cx="3959605" cy="4551088"/>
          </a:xfrm>
        </p:spPr>
        <p:txBody>
          <a:bodyPr anchor="ctr">
            <a:normAutofit/>
          </a:bodyPr>
          <a:lstStyle/>
          <a:p>
            <a:r>
              <a:rPr lang="en-US" sz="5000" dirty="0">
                <a:latin typeface="Century Gothic" panose="020B0502020202020204" pitchFamily="34" charset="0"/>
              </a:rPr>
              <a:t>From prioritization to potential impact</a:t>
            </a:r>
          </a:p>
        </p:txBody>
      </p:sp>
      <p:sp>
        <p:nvSpPr>
          <p:cNvPr id="3" name="Title 2">
            <a:extLst>
              <a:ext uri="{FF2B5EF4-FFF2-40B4-BE49-F238E27FC236}">
                <a16:creationId xmlns:a16="http://schemas.microsoft.com/office/drawing/2014/main" id="{A9A32FA9-71A2-28FA-8EB4-083144A90E53}"/>
              </a:ext>
            </a:extLst>
          </p:cNvPr>
          <p:cNvSpPr>
            <a:spLocks noGrp="1"/>
          </p:cNvSpPr>
          <p:nvPr>
            <p:ph type="title"/>
          </p:nvPr>
        </p:nvSpPr>
        <p:spPr/>
        <p:txBody>
          <a:bodyPr>
            <a:normAutofit/>
          </a:bodyPr>
          <a:lstStyle/>
          <a:p>
            <a:r>
              <a:rPr lang="en-US" sz="3600" dirty="0"/>
              <a:t>Enter TIER-Plus</a:t>
            </a:r>
          </a:p>
        </p:txBody>
      </p:sp>
      <p:sp>
        <p:nvSpPr>
          <p:cNvPr id="4" name="Text Placeholder 3">
            <a:extLst>
              <a:ext uri="{FF2B5EF4-FFF2-40B4-BE49-F238E27FC236}">
                <a16:creationId xmlns:a16="http://schemas.microsoft.com/office/drawing/2014/main" id="{35716F4C-BD15-6368-55BF-BE12576D812D}"/>
              </a:ext>
            </a:extLst>
          </p:cNvPr>
          <p:cNvSpPr>
            <a:spLocks noGrp="1"/>
          </p:cNvSpPr>
          <p:nvPr>
            <p:ph type="body" sz="quarter" idx="10"/>
          </p:nvPr>
        </p:nvSpPr>
        <p:spPr/>
        <p:txBody>
          <a:bodyPr>
            <a:normAutofit/>
          </a:bodyPr>
          <a:lstStyle/>
          <a:p>
            <a:pPr marL="285750" indent="-285750">
              <a:buFont typeface="Arial" panose="020B0604020202020204" pitchFamily="34" charset="0"/>
              <a:buChar char="•"/>
            </a:pPr>
            <a:r>
              <a:rPr lang="en-US" sz="2400" dirty="0"/>
              <a:t>Compare scenarios</a:t>
            </a:r>
          </a:p>
          <a:p>
            <a:pPr marL="285750" indent="-285750">
              <a:buFont typeface="Arial" panose="020B0604020202020204" pitchFamily="34" charset="0"/>
              <a:buChar char="•"/>
            </a:pPr>
            <a:r>
              <a:rPr lang="en-US" sz="2400" dirty="0"/>
              <a:t>Estimate outcomes</a:t>
            </a:r>
          </a:p>
          <a:p>
            <a:pPr marL="285750" indent="-285750">
              <a:buFont typeface="Arial" panose="020B0604020202020204" pitchFamily="34" charset="0"/>
              <a:buChar char="•"/>
            </a:pPr>
            <a:r>
              <a:rPr lang="en-US" sz="2400" dirty="0"/>
              <a:t>Understand trade-offs</a:t>
            </a:r>
          </a:p>
          <a:p>
            <a:pPr marL="285750" indent="-285750">
              <a:buFont typeface="Arial" panose="020B0604020202020204" pitchFamily="34" charset="0"/>
              <a:buChar char="•"/>
            </a:pPr>
            <a:endParaRPr lang="en-US" sz="2400" dirty="0"/>
          </a:p>
          <a:p>
            <a:r>
              <a:rPr lang="en-US" sz="2400" dirty="0">
                <a:solidFill>
                  <a:schemeClr val="accent4"/>
                </a:solidFill>
              </a:rPr>
              <a:t>Designed to be openly available – not just for select stakeholders.</a:t>
            </a:r>
          </a:p>
        </p:txBody>
      </p:sp>
    </p:spTree>
    <p:extLst>
      <p:ext uri="{BB962C8B-B14F-4D97-AF65-F5344CB8AC3E}">
        <p14:creationId xmlns:p14="http://schemas.microsoft.com/office/powerpoint/2010/main" val="1292492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152D7A-DA7B-E99F-F651-2D8DC21BAD7A}"/>
              </a:ext>
            </a:extLst>
          </p:cNvPr>
          <p:cNvSpPr>
            <a:spLocks noGrp="1"/>
          </p:cNvSpPr>
          <p:nvPr>
            <p:ph type="title"/>
          </p:nvPr>
        </p:nvSpPr>
        <p:spPr/>
        <p:txBody>
          <a:bodyPr/>
          <a:lstStyle/>
          <a:p>
            <a:r>
              <a:rPr lang="en-US" dirty="0"/>
              <a:t>Thank you</a:t>
            </a:r>
          </a:p>
        </p:txBody>
      </p:sp>
    </p:spTree>
    <p:extLst>
      <p:ext uri="{BB962C8B-B14F-4D97-AF65-F5344CB8AC3E}">
        <p14:creationId xmlns:p14="http://schemas.microsoft.com/office/powerpoint/2010/main" val="363956639"/>
      </p:ext>
    </p:extLst>
  </p:cSld>
  <p:clrMapOvr>
    <a:masterClrMapping/>
  </p:clrMapOvr>
</p:sld>
</file>

<file path=ppt/theme/theme1.xml><?xml version="1.0" encoding="utf-8"?>
<a:theme xmlns:a="http://schemas.openxmlformats.org/drawingml/2006/main" name="Theme1">
  <a:themeElements>
    <a:clrScheme name="Custom 1">
      <a:dk1>
        <a:srgbClr val="000000"/>
      </a:dk1>
      <a:lt1>
        <a:srgbClr val="FFFFFF"/>
      </a:lt1>
      <a:dk2>
        <a:srgbClr val="022069"/>
      </a:dk2>
      <a:lt2>
        <a:srgbClr val="DBDCDC"/>
      </a:lt2>
      <a:accent1>
        <a:srgbClr val="00B5DE"/>
      </a:accent1>
      <a:accent2>
        <a:srgbClr val="FDB913"/>
      </a:accent2>
      <a:accent3>
        <a:srgbClr val="00B8A5"/>
      </a:accent3>
      <a:accent4>
        <a:srgbClr val="F04E58"/>
      </a:accent4>
      <a:accent5>
        <a:srgbClr val="975CA5"/>
      </a:accent5>
      <a:accent6>
        <a:srgbClr val="70AD47"/>
      </a:accent6>
      <a:hlink>
        <a:srgbClr val="0071CE"/>
      </a:hlink>
      <a:folHlink>
        <a:srgbClr val="6CACE3"/>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B5DE"/>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heme1" id="{0F1C20AD-2B43-49A8-A44D-73243EC4F3F0}" vid="{6ABE10FF-601A-43BC-92B5-D5492DD3341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i9f2da93fcc74e869d070fd34a0597c4 xmlns="264440c9-7b8c-4af8-95ca-ba2abb485d1a">
      <Terms xmlns="http://schemas.microsoft.com/office/infopath/2007/PartnerControls"/>
    </i9f2da93fcc74e869d070fd34a0597c4>
    <FavoriteUsers xmlns="264440c9-7b8c-4af8-95ca-ba2abb485d1a" xsi:nil="true"/>
    <cc92bdb0fa944447acf309642a11bf0d xmlns="264440c9-7b8c-4af8-95ca-ba2abb485d1a">
      <Terms xmlns="http://schemas.microsoft.com/office/infopath/2007/PartnerControls"/>
    </cc92bdb0fa944447acf309642a11bf0d>
    <KeyEntities xmlns="264440c9-7b8c-4af8-95ca-ba2abb485d1a" xsi:nil="true"/>
    <TaxCatchAll xmlns="264440c9-7b8c-4af8-95ca-ba2abb485d1a" xsi:nil="true"/>
    <lcf76f155ced4ddcb4097134ff3c332f xmlns="440186f3-efbf-47f8-9b2f-099ee5b0127d">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NGOOnlineDocument" ma:contentTypeID="0x010100E87BF1D48505D84EB0D589F252D1AFB200D627E0FEC4140D4E8DE54C47B7C8B9C8" ma:contentTypeVersion="21" ma:contentTypeDescription="NGO Document content type" ma:contentTypeScope="" ma:versionID="1ab19dc3161c538b87f41ea8ec53190f">
  <xsd:schema xmlns:xsd="http://www.w3.org/2001/XMLSchema" xmlns:xs="http://www.w3.org/2001/XMLSchema" xmlns:p="http://schemas.microsoft.com/office/2006/metadata/properties" xmlns:ns2="264440c9-7b8c-4af8-95ca-ba2abb485d1a" xmlns:ns3="440186f3-efbf-47f8-9b2f-099ee5b0127d" targetNamespace="http://schemas.microsoft.com/office/2006/metadata/properties" ma:root="true" ma:fieldsID="20343cb52cb52c569727c496b821ddb4" ns2:_="" ns3:_="">
    <xsd:import namespace="264440c9-7b8c-4af8-95ca-ba2abb485d1a"/>
    <xsd:import namespace="440186f3-efbf-47f8-9b2f-099ee5b0127d"/>
    <xsd:element name="properties">
      <xsd:complexType>
        <xsd:sequence>
          <xsd:element name="documentManagement">
            <xsd:complexType>
              <xsd:all>
                <xsd:element ref="ns2:FavoriteUsers" minOccurs="0"/>
                <xsd:element ref="ns2:KeyEntities" minOccurs="0"/>
                <xsd:element ref="ns2:TaxCatchAll" minOccurs="0"/>
                <xsd:element ref="ns2:i9f2da93fcc74e869d070fd34a0597c4" minOccurs="0"/>
                <xsd:element ref="ns2:TaxCatchAllLabel" minOccurs="0"/>
                <xsd:element ref="ns2:cc92bdb0fa944447acf309642a11bf0d" minOccurs="0"/>
                <xsd:element ref="ns3:MediaServiceMetadata" minOccurs="0"/>
                <xsd:element ref="ns3:MediaServiceFastMetadata" minOccurs="0"/>
                <xsd:element ref="ns3:MediaServiceSearchProperties" minOccurs="0"/>
                <xsd:element ref="ns3:MediaServiceObjectDetectorVersions" minOccurs="0"/>
                <xsd:element ref="ns3:MediaServiceDateTaken" minOccurs="0"/>
                <xsd:element ref="ns3:MediaServiceGenerationTime" minOccurs="0"/>
                <xsd:element ref="ns3:MediaServiceEventHashCode" minOccurs="0"/>
                <xsd:element ref="ns3:MediaLengthInSeconds" minOccurs="0"/>
                <xsd:element ref="ns3:lcf76f155ced4ddcb4097134ff3c332f" minOccurs="0"/>
                <xsd:element ref="ns3:MediaServiceOCR"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64440c9-7b8c-4af8-95ca-ba2abb485d1a" elementFormDefault="qualified">
    <xsd:import namespace="http://schemas.microsoft.com/office/2006/documentManagement/types"/>
    <xsd:import namespace="http://schemas.microsoft.com/office/infopath/2007/PartnerControls"/>
    <xsd:element name="FavoriteUsers" ma:index="8" nillable="true" ma:displayName="F" ma:description="Store all users who mark this document as favorite" ma:internalName="FavoriteUsers" ma:readOnly="false">
      <xsd:simpleType>
        <xsd:restriction base="dms:Text"/>
      </xsd:simpleType>
    </xsd:element>
    <xsd:element name="KeyEntities" ma:index="9" nillable="true" ma:displayName="K" ma:description="Store all entities which this document as a key" ma:internalName="KeyEntities" ma:readOnly="false">
      <xsd:simpleType>
        <xsd:restriction base="dms:Text"/>
      </xsd:simpleType>
    </xsd:element>
    <xsd:element name="TaxCatchAll" ma:index="10" nillable="true" ma:displayName="Taxonomy Catch All Column" ma:hidden="true" ma:list="{6a85807d-4faa-4bb6-a909-4fc62e55d43f}" ma:internalName="TaxCatchAll" ma:readOnly="false" ma:showField="CatchAllData" ma:web="264440c9-7b8c-4af8-95ca-ba2abb485d1a">
      <xsd:complexType>
        <xsd:complexContent>
          <xsd:extension base="dms:MultiChoiceLookup">
            <xsd:sequence>
              <xsd:element name="Value" type="dms:Lookup" maxOccurs="unbounded" minOccurs="0" nillable="true"/>
            </xsd:sequence>
          </xsd:extension>
        </xsd:complexContent>
      </xsd:complexType>
    </xsd:element>
    <xsd:element name="i9f2da93fcc74e869d070fd34a0597c4" ma:index="13" nillable="true" ma:taxonomy="true" ma:internalName="i9f2da93fcc74e869d070fd34a0597c4" ma:taxonomyFieldName="NGOOnlineDocumentType" ma:displayName="Document types" ma:readOnly="false" ma:fieldId="{29f2da93-fcc7-4e86-9d07-0fd34a0597c4}" ma:taxonomyMulti="true" ma:sspId="e492bf4d-7d24-4a02-9dd7-4d67ddc3dcfb" ma:termSetId="ab881ecd-e3fb-4592-9594-ea70170c21a9" ma:anchorId="00000000-0000-0000-0000-000000000000" ma:open="false" ma:isKeyword="false">
      <xsd:complexType>
        <xsd:sequence>
          <xsd:element ref="pc:Terms" minOccurs="0" maxOccurs="1"/>
        </xsd:sequence>
      </xsd:complexType>
    </xsd:element>
    <xsd:element name="TaxCatchAllLabel" ma:index="14" nillable="true" ma:displayName="Taxonomy Catch All Column1" ma:hidden="true" ma:list="{6a85807d-4faa-4bb6-a909-4fc62e55d43f}" ma:internalName="TaxCatchAllLabel" ma:readOnly="true" ma:showField="CatchAllDataLabel" ma:web="264440c9-7b8c-4af8-95ca-ba2abb485d1a">
      <xsd:complexType>
        <xsd:complexContent>
          <xsd:extension base="dms:MultiChoiceLookup">
            <xsd:sequence>
              <xsd:element name="Value" type="dms:Lookup" maxOccurs="unbounded" minOccurs="0" nillable="true"/>
            </xsd:sequence>
          </xsd:extension>
        </xsd:complexContent>
      </xsd:complexType>
    </xsd:element>
    <xsd:element name="cc92bdb0fa944447acf309642a11bf0d" ma:index="15" nillable="true" ma:taxonomy="true" ma:internalName="cc92bdb0fa944447acf309642a11bf0d" ma:taxonomyFieldName="NGOOnlineKeywords" ma:displayName="Keywords" ma:readOnly="false" ma:fieldId="{cc92bdb0-fa94-4447-acf3-09642a11bf0d}" ma:taxonomyMulti="true" ma:sspId="e492bf4d-7d24-4a02-9dd7-4d67ddc3dcfb" ma:termSetId="7c9b2214-6d63-47c8-ad9c-de84cf58bf6c" ma:anchorId="00000000-0000-0000-0000-000000000000"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440186f3-efbf-47f8-9b2f-099ee5b0127d" elementFormDefault="qualified">
    <xsd:import namespace="http://schemas.microsoft.com/office/2006/documentManagement/types"/>
    <xsd:import namespace="http://schemas.microsoft.com/office/infopath/2007/PartnerControls"/>
    <xsd:element name="MediaServiceMetadata" ma:index="16" nillable="true" ma:displayName="MediaServiceMetadata" ma:hidden="true" ma:internalName="MediaServiceMetadata" ma:readOnly="true">
      <xsd:simpleType>
        <xsd:restriction base="dms:Note"/>
      </xsd:simpleType>
    </xsd:element>
    <xsd:element name="MediaServiceFastMetadata" ma:index="17" nillable="true" ma:displayName="MediaServiceFastMetadata" ma:hidden="true" ma:internalName="MediaServiceFastMetadata" ma:readOnly="true">
      <xsd:simpleType>
        <xsd:restriction base="dms:Note"/>
      </xsd:simpleType>
    </xsd:element>
    <xsd:element name="MediaServiceSearchProperties" ma:index="18" nillable="true" ma:displayName="MediaServiceSearchProperties" ma:hidden="true" ma:internalName="MediaServiceSearchProperties" ma:readOnly="true">
      <xsd:simpleType>
        <xsd:restriction base="dms:Note"/>
      </xsd:simple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element name="MediaServiceDateTaken" ma:index="20" nillable="true" ma:displayName="MediaServiceDateTaken" ma:hidden="true" ma:indexed="true" ma:internalName="MediaServiceDateTaken" ma:readOnly="true">
      <xsd:simpleType>
        <xsd:restriction base="dms:Text"/>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LengthInSeconds" ma:index="23" nillable="true" ma:displayName="MediaLengthInSeconds" ma:hidden="true" ma:internalName="MediaLengthInSeconds" ma:readOnly="true">
      <xsd:simpleType>
        <xsd:restriction base="dms:Unknown"/>
      </xsd:simpleType>
    </xsd:element>
    <xsd:element name="lcf76f155ced4ddcb4097134ff3c332f" ma:index="25" nillable="true" ma:taxonomy="true" ma:internalName="lcf76f155ced4ddcb4097134ff3c332f" ma:taxonomyFieldName="MediaServiceImageTags" ma:displayName="Image Tags" ma:readOnly="false" ma:fieldId="{5cf76f15-5ced-4ddc-b409-7134ff3c332f}" ma:taxonomyMulti="true" ma:sspId="e492bf4d-7d24-4a02-9dd7-4d67ddc3dcfb" ma:termSetId="09814cd3-568e-fe90-9814-8d621ff8fb84" ma:anchorId="fba54fb3-c3e1-fe81-a776-ca4b69148c4d" ma:open="true" ma:isKeyword="false">
      <xsd:complexType>
        <xsd:sequence>
          <xsd:element ref="pc:Terms" minOccurs="0" maxOccurs="1"/>
        </xsd:sequence>
      </xsd:complexType>
    </xsd:element>
    <xsd:element name="MediaServiceOCR" ma:index="26" nillable="true" ma:displayName="Extracted Text" ma:internalName="MediaServiceOCR" ma:readOnly="true">
      <xsd:simpleType>
        <xsd:restriction base="dms:Note">
          <xsd:maxLength value="255"/>
        </xsd:restriction>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40978B8-74BD-4ABE-8747-4338AF74F122}">
  <ds:schemaRefs>
    <ds:schemaRef ds:uri="http://purl.org/dc/terms/"/>
    <ds:schemaRef ds:uri="http://purl.org/dc/dcmitype/"/>
    <ds:schemaRef ds:uri="264440c9-7b8c-4af8-95ca-ba2abb485d1a"/>
    <ds:schemaRef ds:uri="http://schemas.microsoft.com/office/2006/metadata/properties"/>
    <ds:schemaRef ds:uri="http://schemas.microsoft.com/office/infopath/2007/PartnerControls"/>
    <ds:schemaRef ds:uri="http://www.w3.org/XML/1998/namespace"/>
    <ds:schemaRef ds:uri="http://schemas.microsoft.com/office/2006/documentManagement/types"/>
    <ds:schemaRef ds:uri="http://schemas.openxmlformats.org/package/2006/metadata/core-properties"/>
    <ds:schemaRef ds:uri="440186f3-efbf-47f8-9b2f-099ee5b0127d"/>
    <ds:schemaRef ds:uri="http://purl.org/dc/elements/1.1/"/>
  </ds:schemaRefs>
</ds:datastoreItem>
</file>

<file path=customXml/itemProps2.xml><?xml version="1.0" encoding="utf-8"?>
<ds:datastoreItem xmlns:ds="http://schemas.openxmlformats.org/officeDocument/2006/customXml" ds:itemID="{1404C719-C8BD-4BD3-B99B-ACAE57CC6941}">
  <ds:schemaRefs>
    <ds:schemaRef ds:uri="http://schemas.microsoft.com/sharepoint/v3/contenttype/forms"/>
  </ds:schemaRefs>
</ds:datastoreItem>
</file>

<file path=customXml/itemProps3.xml><?xml version="1.0" encoding="utf-8"?>
<ds:datastoreItem xmlns:ds="http://schemas.openxmlformats.org/officeDocument/2006/customXml" ds:itemID="{3427E4FF-522E-4681-A9D8-551552FD8F9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64440c9-7b8c-4af8-95ca-ba2abb485d1a"/>
    <ds:schemaRef ds:uri="440186f3-efbf-47f8-9b2f-099ee5b0127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544</TotalTime>
  <Words>523</Words>
  <Application>Microsoft Macintosh PowerPoint</Application>
  <PresentationFormat>Widescreen</PresentationFormat>
  <Paragraphs>79</Paragraphs>
  <Slides>7</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Century Gothic</vt:lpstr>
      <vt:lpstr>Theme1</vt:lpstr>
      <vt:lpstr>Setting the scene:  Why ongoing HIV service delivery prioritization matters now</vt:lpstr>
      <vt:lpstr>What if this isn’t the storm…</vt:lpstr>
      <vt:lpstr>Supporting countries to prioritize </vt:lpstr>
      <vt:lpstr>Countries – and communities – used TIER</vt:lpstr>
      <vt:lpstr>“SHOW US THE IMPACT”</vt:lpstr>
      <vt:lpstr>Enter TIER-Plus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Microsoft Office User</cp:lastModifiedBy>
  <cp:revision>8</cp:revision>
  <cp:lastPrinted>2021-07-21T14:19:26Z</cp:lastPrinted>
  <dcterms:created xsi:type="dcterms:W3CDTF">2022-06-22T19:43:12Z</dcterms:created>
  <dcterms:modified xsi:type="dcterms:W3CDTF">2026-08-12T10:44:47Z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0x010100E87BF1D48505D84EB0D589F252D1AFB200D627E0FEC4140D4E8DE54C47B7C8B9C8</vt:lpwstr>
  </property>
  <property fmtid="{D5CDD505-2E9C-101B-9397-08002B2CF9AE}" pid="3" name="NGOOnlineKeywords">
    <vt:lpwstr/>
  </property>
  <property fmtid="{D5CDD505-2E9C-101B-9397-08002B2CF9AE}" pid="4" name="NGOOnlineDocumentType">
    <vt:lpwstr/>
  </property>
  <property fmtid="{D5CDD505-2E9C-101B-9397-08002B2CF9AE}" pid="5" name="MediaServiceImageTags">
    <vt:lpwstr/>
  </property>
  <property fmtid="{D5CDD505-2E9C-101B-9397-08002B2CF9AE}" pid="6" name="_ExtendedDescription">
    <vt:lpwstr/>
  </property>
</Properties>
</file>